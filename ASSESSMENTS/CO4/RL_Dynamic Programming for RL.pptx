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A3F329-656F-4076-A6C2-E5B0EA714BAB}" v="19" dt="2026-08-18T03:49:36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Sree Raavi" userId="23936834a7298bdb" providerId="LiveId" clId="{681A8BA4-BDA6-4C2F-86A8-29E696F12BBE}"/>
    <pc:docChg chg="undo custSel addSld modSld">
      <pc:chgData name="RupaSree Raavi" userId="23936834a7298bdb" providerId="LiveId" clId="{681A8BA4-BDA6-4C2F-86A8-29E696F12BBE}" dt="2026-08-18T03:55:37.063" v="183" actId="1076"/>
      <pc:docMkLst>
        <pc:docMk/>
      </pc:docMkLst>
      <pc:sldChg chg="addSp delSp modSp mod setBg">
        <pc:chgData name="RupaSree Raavi" userId="23936834a7298bdb" providerId="LiveId" clId="{681A8BA4-BDA6-4C2F-86A8-29E696F12BBE}" dt="2026-08-18T03:41:19.043" v="71" actId="20577"/>
        <pc:sldMkLst>
          <pc:docMk/>
          <pc:sldMk cId="0" sldId="256"/>
        </pc:sldMkLst>
        <pc:spChg chg="del">
          <ac:chgData name="RupaSree Raavi" userId="23936834a7298bdb" providerId="LiveId" clId="{681A8BA4-BDA6-4C2F-86A8-29E696F12BBE}" dt="2026-08-18T03:34:51.534" v="0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4:53.465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28.686" v="9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0:08.534" v="47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1.346" v="4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22.291" v="7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9.728" v="6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14.754" v="5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35:25.503" v="8" actId="478"/>
          <ac:spMkLst>
            <pc:docMk/>
            <pc:sldMk cId="0" sldId="256"/>
            <ac:spMk id="17" creationId="{00000000-0000-0000-0000-000000000000}"/>
          </ac:spMkLst>
        </pc:spChg>
        <pc:spChg chg="add mod">
          <ac:chgData name="RupaSree Raavi" userId="23936834a7298bdb" providerId="LiveId" clId="{681A8BA4-BDA6-4C2F-86A8-29E696F12BBE}" dt="2026-08-18T03:40:23.542" v="51" actId="1076"/>
          <ac:spMkLst>
            <pc:docMk/>
            <pc:sldMk cId="0" sldId="256"/>
            <ac:spMk id="21" creationId="{DC94A625-46A0-B363-7B89-A8F825005944}"/>
          </ac:spMkLst>
        </pc:spChg>
        <pc:spChg chg="add mod">
          <ac:chgData name="RupaSree Raavi" userId="23936834a7298bdb" providerId="LiveId" clId="{681A8BA4-BDA6-4C2F-86A8-29E696F12BBE}" dt="2026-08-18T03:40:42.807" v="54" actId="207"/>
          <ac:spMkLst>
            <pc:docMk/>
            <pc:sldMk cId="0" sldId="256"/>
            <ac:spMk id="23" creationId="{7BC36CAA-4DF7-60F2-5E8B-16C9F780E755}"/>
          </ac:spMkLst>
        </pc:spChg>
        <pc:spChg chg="add mod">
          <ac:chgData name="RupaSree Raavi" userId="23936834a7298bdb" providerId="LiveId" clId="{681A8BA4-BDA6-4C2F-86A8-29E696F12BBE}" dt="2026-08-18T03:41:19.043" v="71" actId="20577"/>
          <ac:spMkLst>
            <pc:docMk/>
            <pc:sldMk cId="0" sldId="256"/>
            <ac:spMk id="25" creationId="{AC808D55-1EC1-10EF-6DAB-5FA4B927B589}"/>
          </ac:spMkLst>
        </pc:spChg>
        <pc:picChg chg="add mod">
          <ac:chgData name="RupaSree Raavi" userId="23936834a7298bdb" providerId="LiveId" clId="{681A8BA4-BDA6-4C2F-86A8-29E696F12BBE}" dt="2026-08-18T03:36:10.109" v="17" actId="1076"/>
          <ac:picMkLst>
            <pc:docMk/>
            <pc:sldMk cId="0" sldId="256"/>
            <ac:picMk id="19" creationId="{4572549F-D4C5-7601-A3BD-C4F3F06206E0}"/>
          </ac:picMkLst>
        </pc:picChg>
      </pc:sldChg>
      <pc:sldChg chg="delSp modSp mod setBg">
        <pc:chgData name="RupaSree Raavi" userId="23936834a7298bdb" providerId="LiveId" clId="{681A8BA4-BDA6-4C2F-86A8-29E696F12BBE}" dt="2026-08-18T03:50:00.833" v="121" actId="478"/>
        <pc:sldMkLst>
          <pc:docMk/>
          <pc:sldMk cId="0" sldId="257"/>
        </pc:sldMkLst>
        <pc:spChg chg="del mod">
          <ac:chgData name="RupaSree Raavi" userId="23936834a7298bdb" providerId="LiveId" clId="{681A8BA4-BDA6-4C2F-86A8-29E696F12BBE}" dt="2026-08-18T03:45:20.530" v="73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6:00.974" v="80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5:56.615" v="79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6:16.110" v="83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6:21.032" v="84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6:25.682" v="85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6:30.994" v="86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6:36.291" v="87" actId="255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3:50:00.833" v="121" actId="478"/>
          <ac:spMkLst>
            <pc:docMk/>
            <pc:sldMk cId="0" sldId="257"/>
            <ac:spMk id="19" creationId="{00000000-0000-0000-0000-000000000000}"/>
          </ac:spMkLst>
        </pc:spChg>
      </pc:sldChg>
      <pc:sldChg chg="delSp modSp mod setBg">
        <pc:chgData name="RupaSree Raavi" userId="23936834a7298bdb" providerId="LiveId" clId="{681A8BA4-BDA6-4C2F-86A8-29E696F12BBE}" dt="2026-08-18T03:50:04.608" v="122" actId="478"/>
        <pc:sldMkLst>
          <pc:docMk/>
          <pc:sldMk cId="0" sldId="258"/>
        </pc:sldMkLst>
        <pc:spChg chg="del">
          <ac:chgData name="RupaSree Raavi" userId="23936834a7298bdb" providerId="LiveId" clId="{681A8BA4-BDA6-4C2F-86A8-29E696F12BBE}" dt="2026-08-18T03:46:48.336" v="88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7:36.259" v="98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7:36.259" v="98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7:50.172" v="100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7:36.259" v="98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8:14.097" v="101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8:18.642" v="102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8:23.745" v="103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8:31.290" v="105" actId="14100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3:50:04.608" v="122" actId="478"/>
          <ac:spMkLst>
            <pc:docMk/>
            <pc:sldMk cId="0" sldId="258"/>
            <ac:spMk id="12" creationId="{00000000-0000-0000-0000-000000000000}"/>
          </ac:spMkLst>
        </pc:spChg>
      </pc:sldChg>
      <pc:sldChg chg="delSp modSp mod setBg">
        <pc:chgData name="RupaSree Raavi" userId="23936834a7298bdb" providerId="LiveId" clId="{681A8BA4-BDA6-4C2F-86A8-29E696F12BBE}" dt="2026-08-18T03:50:10.858" v="123" actId="478"/>
        <pc:sldMkLst>
          <pc:docMk/>
          <pc:sldMk cId="0" sldId="259"/>
        </pc:sldMkLst>
        <pc:spChg chg="del">
          <ac:chgData name="RupaSree Raavi" userId="23936834a7298bdb" providerId="LiveId" clId="{681A8BA4-BDA6-4C2F-86A8-29E696F12BBE}" dt="2026-08-18T03:48:37.865" v="106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8:46.344" v="108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8:52.873" v="110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05.420" v="111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18.768" v="112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05.420" v="111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18.768" v="112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05.420" v="111" actId="2711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18.768" v="112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05.420" v="111" actId="2711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18.768" v="112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05.420" v="111" actId="2711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23.636" v="113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49:05.420" v="111" actId="2711"/>
          <ac:spMkLst>
            <pc:docMk/>
            <pc:sldMk cId="0" sldId="259"/>
            <ac:spMk id="25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50:10.858" v="123" actId="478"/>
          <ac:spMkLst>
            <pc:docMk/>
            <pc:sldMk cId="0" sldId="259"/>
            <ac:spMk id="26" creationId="{00000000-0000-0000-0000-000000000000}"/>
          </ac:spMkLst>
        </pc:spChg>
      </pc:sldChg>
      <pc:sldChg chg="addSp delSp modSp mod setBg">
        <pc:chgData name="RupaSree Raavi" userId="23936834a7298bdb" providerId="LiveId" clId="{681A8BA4-BDA6-4C2F-86A8-29E696F12BBE}" dt="2026-08-18T03:51:12.497" v="131" actId="1076"/>
        <pc:sldMkLst>
          <pc:docMk/>
          <pc:sldMk cId="0" sldId="260"/>
        </pc:sldMkLst>
        <pc:spChg chg="del">
          <ac:chgData name="RupaSree Raavi" userId="23936834a7298bdb" providerId="LiveId" clId="{681A8BA4-BDA6-4C2F-86A8-29E696F12BBE}" dt="2026-08-18T03:49:31.377" v="114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00.546" v="128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56.489" v="127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31.863" v="125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31.863" v="125" actId="25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0:31.863" v="125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07.637" v="130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12.497" v="131" actId="1076"/>
          <ac:spMkLst>
            <pc:docMk/>
            <pc:sldMk cId="0" sldId="260"/>
            <ac:spMk id="28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49:52.878" v="120" actId="478"/>
          <ac:spMkLst>
            <pc:docMk/>
            <pc:sldMk cId="0" sldId="260"/>
            <ac:spMk id="29" creationId="{00000000-0000-0000-0000-000000000000}"/>
          </ac:spMkLst>
        </pc:spChg>
        <pc:spChg chg="add del mod">
          <ac:chgData name="RupaSree Raavi" userId="23936834a7298bdb" providerId="LiveId" clId="{681A8BA4-BDA6-4C2F-86A8-29E696F12BBE}" dt="2026-08-18T03:49:50.267" v="119"/>
          <ac:spMkLst>
            <pc:docMk/>
            <pc:sldMk cId="0" sldId="260"/>
            <ac:spMk id="30" creationId="{C85870E6-3D47-8A5E-91B6-0BF33B0F05D4}"/>
          </ac:spMkLst>
        </pc:spChg>
      </pc:sldChg>
      <pc:sldChg chg="delSp modSp mod setBg">
        <pc:chgData name="RupaSree Raavi" userId="23936834a7298bdb" providerId="LiveId" clId="{681A8BA4-BDA6-4C2F-86A8-29E696F12BBE}" dt="2026-08-18T03:52:15.410" v="141" actId="207"/>
        <pc:sldMkLst>
          <pc:docMk/>
          <pc:sldMk cId="0" sldId="261"/>
        </pc:sldMkLst>
        <pc:spChg chg="mod">
          <ac:chgData name="RupaSree Raavi" userId="23936834a7298bdb" providerId="LiveId" clId="{681A8BA4-BDA6-4C2F-86A8-29E696F12BBE}" dt="2026-08-18T03:51:40.222" v="134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49.792" v="13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2:11.139" v="140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29.808" v="133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29.808" v="133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29.808" v="133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29.808" v="133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2:15.410" v="141" actId="20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29.808" v="133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29.808" v="133" actId="25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1:54.606" v="137" actId="1076"/>
          <ac:spMkLst>
            <pc:docMk/>
            <pc:sldMk cId="0" sldId="261"/>
            <ac:spMk id="24" creationId="{00000000-0000-0000-0000-000000000000}"/>
          </ac:spMkLst>
        </pc:spChg>
        <pc:spChg chg="del mod">
          <ac:chgData name="RupaSree Raavi" userId="23936834a7298bdb" providerId="LiveId" clId="{681A8BA4-BDA6-4C2F-86A8-29E696F12BBE}" dt="2026-08-18T03:51:59.422" v="138" actId="478"/>
          <ac:spMkLst>
            <pc:docMk/>
            <pc:sldMk cId="0" sldId="261"/>
            <ac:spMk id="25" creationId="{00000000-0000-0000-0000-000000000000}"/>
          </ac:spMkLst>
        </pc:spChg>
      </pc:sldChg>
      <pc:sldChg chg="delSp modSp mod setBg">
        <pc:chgData name="RupaSree Raavi" userId="23936834a7298bdb" providerId="LiveId" clId="{681A8BA4-BDA6-4C2F-86A8-29E696F12BBE}" dt="2026-08-18T03:54:01.681" v="168" actId="1076"/>
        <pc:sldMkLst>
          <pc:docMk/>
          <pc:sldMk cId="0" sldId="262"/>
        </pc:sldMkLst>
        <pc:spChg chg="del">
          <ac:chgData name="RupaSree Raavi" userId="23936834a7298bdb" providerId="LiveId" clId="{681A8BA4-BDA6-4C2F-86A8-29E696F12BBE}" dt="2026-08-18T03:52:33.330" v="145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2:37.072" v="14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09.806" v="153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05.756" v="151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14.098" v="154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40.547" v="161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44.916" v="162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52.820" v="16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57.741" v="167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01.681" v="168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19.989" v="155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23.794" v="156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27.214" v="158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31.683" v="159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3:36.113" v="160" actId="1076"/>
          <ac:spMkLst>
            <pc:docMk/>
            <pc:sldMk cId="0" sldId="262"/>
            <ac:spMk id="28" creationId="{00000000-0000-0000-0000-000000000000}"/>
          </ac:spMkLst>
        </pc:spChg>
      </pc:sldChg>
      <pc:sldChg chg="delSp modSp mod setBg">
        <pc:chgData name="RupaSree Raavi" userId="23936834a7298bdb" providerId="LiveId" clId="{681A8BA4-BDA6-4C2F-86A8-29E696F12BBE}" dt="2026-08-18T03:54:39.636" v="176" actId="255"/>
        <pc:sldMkLst>
          <pc:docMk/>
          <pc:sldMk cId="0" sldId="263"/>
        </pc:sldMkLst>
        <pc:spChg chg="del">
          <ac:chgData name="RupaSree Raavi" userId="23936834a7298bdb" providerId="LiveId" clId="{681A8BA4-BDA6-4C2F-86A8-29E696F12BBE}" dt="2026-08-18T03:38:23.976" v="32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RupaSree Raavi" userId="23936834a7298bdb" providerId="LiveId" clId="{681A8BA4-BDA6-4C2F-86A8-29E696F12BBE}" dt="2026-08-18T03:54:11.945" v="171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39.636" v="176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35.060" v="175" actId="2710"/>
          <ac:spMkLst>
            <pc:docMk/>
            <pc:sldMk cId="0" sldId="263"/>
            <ac:spMk id="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upaSree Raavi" userId="23936834a7298bdb" providerId="LiveId" clId="{681A8BA4-BDA6-4C2F-86A8-29E696F12BBE}" dt="2026-08-18T03:54:23.724" v="173" actId="255"/>
          <ac:spMkLst>
            <pc:docMk/>
            <pc:sldMk cId="0" sldId="263"/>
            <ac:spMk id="23" creationId="{00000000-0000-0000-0000-000000000000}"/>
          </ac:spMkLst>
        </pc:spChg>
      </pc:sldChg>
      <pc:sldChg chg="addSp delSp modSp new mod">
        <pc:chgData name="RupaSree Raavi" userId="23936834a7298bdb" providerId="LiveId" clId="{681A8BA4-BDA6-4C2F-86A8-29E696F12BBE}" dt="2026-08-18T03:55:37.063" v="183" actId="1076"/>
        <pc:sldMkLst>
          <pc:docMk/>
          <pc:sldMk cId="3353532031" sldId="264"/>
        </pc:sldMkLst>
        <pc:picChg chg="add del mod">
          <ac:chgData name="RupaSree Raavi" userId="23936834a7298bdb" providerId="LiveId" clId="{681A8BA4-BDA6-4C2F-86A8-29E696F12BBE}" dt="2026-08-18T03:55:11.671" v="180" actId="478"/>
          <ac:picMkLst>
            <pc:docMk/>
            <pc:sldMk cId="3353532031" sldId="264"/>
            <ac:picMk id="3" creationId="{CC57DDCD-47DA-B7F7-B2AB-8F43D0ACBC21}"/>
          </ac:picMkLst>
        </pc:picChg>
        <pc:picChg chg="add mod">
          <ac:chgData name="RupaSree Raavi" userId="23936834a7298bdb" providerId="LiveId" clId="{681A8BA4-BDA6-4C2F-86A8-29E696F12BBE}" dt="2026-08-18T03:55:37.063" v="183" actId="1076"/>
          <ac:picMkLst>
            <pc:docMk/>
            <pc:sldMk cId="3353532031" sldId="264"/>
            <ac:picMk id="5" creationId="{B2C1EC41-19D4-034C-6144-2DB4D4AE32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229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68789" y="1585800"/>
            <a:ext cx="10054421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Dynamic Programming for</a:t>
            </a:r>
            <a:r>
              <a:rPr lang="en-US" sz="4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Sequential Decision-Making</a:t>
            </a:r>
            <a:endParaRPr lang="en-US" sz="4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oogle Shape;100;p13" descr="SSE-Computer Science and Engineering">
            <a:extLst>
              <a:ext uri="{FF2B5EF4-FFF2-40B4-BE49-F238E27FC236}">
                <a16:creationId xmlns:a16="http://schemas.microsoft.com/office/drawing/2014/main" id="{4572549F-D4C5-7601-A3BD-C4F3F06206E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2948" y="164156"/>
            <a:ext cx="10949293" cy="125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DC94A625-46A0-B363-7B89-A8F825005944}"/>
              </a:ext>
            </a:extLst>
          </p:cNvPr>
          <p:cNvSpPr/>
          <p:nvPr/>
        </p:nvSpPr>
        <p:spPr>
          <a:xfrm>
            <a:off x="2270155" y="3506040"/>
            <a:ext cx="7181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5FA8D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MLA0301- REINFORCEMENT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C36CAA-4DF7-60F2-5E8B-16C9F780E755}"/>
              </a:ext>
            </a:extLst>
          </p:cNvPr>
          <p:cNvSpPr txBox="1"/>
          <p:nvPr/>
        </p:nvSpPr>
        <p:spPr>
          <a:xfrm>
            <a:off x="631466" y="4872432"/>
            <a:ext cx="32773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Dr. G. A. Senthil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08D55-1EC1-10EF-6DAB-5FA4B927B589}"/>
              </a:ext>
            </a:extLst>
          </p:cNvPr>
          <p:cNvSpPr txBox="1"/>
          <p:nvPr/>
        </p:nvSpPr>
        <p:spPr>
          <a:xfrm>
            <a:off x="8294026" y="4906420"/>
            <a:ext cx="32773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R. Rupa Sree 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(192472122)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31519"/>
            <a:ext cx="6766560" cy="1330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Dynamic Programming in Reinforcement Learning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2616" y="2551736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to solve sequential decision-making problems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Breaks a complex problem into smaller subproblems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Relies on the Markov Decision Process (MDP)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Requires known transition probabilities and rewards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Determines the optimal policy for an agent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80960" y="868680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86868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226296" y="1435608"/>
            <a:ext cx="201168" cy="365760"/>
          </a:xfrm>
          <a:prstGeom prst="downArrow">
            <a:avLst/>
          </a:prstGeom>
          <a:solidFill>
            <a:srgbClr val="A7BEAE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1801368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8013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226296" y="2368296"/>
            <a:ext cx="201168" cy="365760"/>
          </a:xfrm>
          <a:prstGeom prst="downArrow">
            <a:avLst/>
          </a:prstGeom>
          <a:solidFill>
            <a:srgbClr val="A7BEAE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2734056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734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226296" y="3300984"/>
            <a:ext cx="201168" cy="365760"/>
          </a:xfrm>
          <a:prstGeom prst="downArrow">
            <a:avLst/>
          </a:prstGeom>
          <a:solidFill>
            <a:srgbClr val="A7BEA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3666744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6667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Next State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26296" y="4233672"/>
            <a:ext cx="201168" cy="365760"/>
          </a:xfrm>
          <a:prstGeom prst="downArrow">
            <a:avLst/>
          </a:prstGeom>
          <a:solidFill>
            <a:srgbClr val="A7BEAE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459943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B85042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59943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Optimal Decision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Bellman Principle of Optimality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93223" y="1723644"/>
            <a:ext cx="8399417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by Richard Bellman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optimal policy is composed of optimal sub-policies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best decision today depends on the best possible decisions in the future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Forms the foundation of many reinforcement learning algorithms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11064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407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Bellman Optimality Equation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V</a:t>
            </a:r>
            <a:r>
              <a:rPr lang="en-US" sz="2400" b="1" baseline="30000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*</a:t>
            </a:r>
            <a:r>
              <a:rPr lang="en-US" sz="2400" b="1" i="1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(s) = max</a:t>
            </a:r>
            <a:r>
              <a:rPr lang="en-US" sz="2400" b="1" baseline="-40000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a</a:t>
            </a:r>
            <a:r>
              <a:rPr lang="en-US" sz="2400" b="1" i="1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  [ R(s,a) + γ Σ</a:t>
            </a:r>
            <a:r>
              <a:rPr lang="en-US" sz="2400" b="1" baseline="-40000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s'</a:t>
            </a:r>
            <a:r>
              <a:rPr lang="en-US" sz="2400" b="1" i="1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 P(s'|s,a) V</a:t>
            </a:r>
            <a:r>
              <a:rPr lang="en-US" sz="2400" b="1" baseline="30000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*</a:t>
            </a:r>
            <a:r>
              <a:rPr lang="en-US" sz="2400" b="1" i="1" dirty="0">
                <a:solidFill>
                  <a:srgbClr val="2B2B2B"/>
                </a:solidFill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(s') 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V*(s)  </a:t>
            </a:r>
            <a:r>
              <a:rPr lang="en-US" sz="16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Optimal value of state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74720" y="5440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R(s,a)  </a:t>
            </a:r>
            <a:r>
              <a:rPr lang="en-US" sz="16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Immediate reward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5440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γ  </a:t>
            </a:r>
            <a:r>
              <a:rPr lang="en-US" sz="16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Discount factor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62865" y="5440680"/>
            <a:ext cx="287569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P(s'|s,a)  </a:t>
            </a:r>
            <a:r>
              <a:rPr lang="en-US" sz="16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Transition probability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Policy Evaluation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Calculates how good a given policy 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Estimates the value of each state under the current policy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Repeatedly applies the Bellman expectation equation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Continues until the values converge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Initialize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505456" y="4283964"/>
            <a:ext cx="320040" cy="164592"/>
          </a:xfrm>
          <a:prstGeom prst="rightArrow">
            <a:avLst/>
          </a:prstGeom>
          <a:solidFill>
            <a:srgbClr val="A7BEAE"/>
          </a:solidFill>
          <a:ln/>
        </p:spPr>
      </p:sp>
      <p:sp>
        <p:nvSpPr>
          <p:cNvPr id="9" name="Shape 7"/>
          <p:cNvSpPr/>
          <p:nvPr/>
        </p:nvSpPr>
        <p:spPr>
          <a:xfrm>
            <a:off x="2825496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25496" y="406908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Follow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82312" y="4283964"/>
            <a:ext cx="320040" cy="164592"/>
          </a:xfrm>
          <a:prstGeom prst="rightArrow">
            <a:avLst/>
          </a:prstGeom>
          <a:solidFill>
            <a:srgbClr val="A7BEAE"/>
          </a:solidFill>
          <a:ln/>
        </p:spPr>
      </p:sp>
      <p:sp>
        <p:nvSpPr>
          <p:cNvPr id="13" name="Shape 11"/>
          <p:cNvSpPr/>
          <p:nvPr/>
        </p:nvSpPr>
        <p:spPr>
          <a:xfrm>
            <a:off x="5102352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02352" y="406908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Calculate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Rewards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59168" y="4283964"/>
            <a:ext cx="320040" cy="164592"/>
          </a:xfrm>
          <a:prstGeom prst="rightArrow">
            <a:avLst/>
          </a:prstGeom>
          <a:solidFill>
            <a:srgbClr val="A7BEA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79208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79208" y="406908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Update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336024" y="4283964"/>
            <a:ext cx="320040" cy="164592"/>
          </a:xfrm>
          <a:prstGeom prst="rightArrow">
            <a:avLst/>
          </a:prstGeom>
          <a:solidFill>
            <a:srgbClr val="A7BEAE"/>
          </a:solidFill>
          <a:ln/>
        </p:spPr>
      </p:sp>
      <p:sp>
        <p:nvSpPr>
          <p:cNvPr id="21" name="Shape 19"/>
          <p:cNvSpPr/>
          <p:nvPr/>
        </p:nvSpPr>
        <p:spPr>
          <a:xfrm>
            <a:off x="9656064" y="3840480"/>
            <a:ext cx="1956816" cy="1051560"/>
          </a:xfrm>
          <a:prstGeom prst="roundRect">
            <a:avLst>
              <a:gd name="adj" fmla="val 8696"/>
            </a:avLst>
          </a:prstGeom>
          <a:solidFill>
            <a:srgbClr val="B85042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7504" y="3913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56064" y="406908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A7BEA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Purpose:  </a:t>
            </a:r>
            <a:r>
              <a:rPr lang="en-US" sz="1600" i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determine “How good is the current policy?”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Policy Improvement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Improves an existing policy using its evaluated state values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41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24414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each state, the agent checks possible actions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30998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Selects the action with the highest expected value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37581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Produces a better policy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949440" y="160020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600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Policy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098280" y="233172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7BE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49440" y="2578608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25786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Evaluation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98280" y="33101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7BE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949440" y="3557016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355701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 Better 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98280" y="428853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7BE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49440" y="4535424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 w="1587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4535424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Improved Policy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5596128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A7BE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2960" y="55961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Purpose:  </a:t>
            </a:r>
            <a:r>
              <a:rPr lang="en-US" i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answer “Can we make the current policy better?”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17754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B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Value Iteration vs. Policy Iteration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594360"/>
          </a:xfrm>
          <a:prstGeom prst="roundRect">
            <a:avLst>
              <a:gd name="adj" fmla="val 18462"/>
            </a:avLst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84248"/>
            <a:ext cx="5257800" cy="3017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Iteration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idea: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Directly finds optimal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87121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Steps: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update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32735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Extracted at the 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6758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Computation: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Usually fewer iterations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4078224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Convergence: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Generally fast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3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Complexity: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Simpler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9050">
            <a:solidFill>
              <a:srgbClr val="A7BE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91640"/>
            <a:ext cx="5257800" cy="594360"/>
          </a:xfrm>
          <a:prstGeom prst="roundRect">
            <a:avLst>
              <a:gd name="adj" fmla="val 18462"/>
            </a:avLst>
          </a:prstGeom>
          <a:solidFill>
            <a:srgbClr val="A7BEAE"/>
          </a:solidFill>
          <a:ln/>
        </p:spPr>
      </p:sp>
      <p:sp>
        <p:nvSpPr>
          <p:cNvPr id="16" name="Shape 14"/>
          <p:cNvSpPr/>
          <p:nvPr/>
        </p:nvSpPr>
        <p:spPr>
          <a:xfrm>
            <a:off x="6355080" y="1984248"/>
            <a:ext cx="5257800" cy="30175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9164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Iteration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7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idea: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Alternates evaluation and improvement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0" y="2871216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7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Steps: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Evaluation + Improvement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75120" y="3273552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7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Improved during iterations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5120" y="3675888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7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Computation: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More per iteration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20" y="4078224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7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Convergence: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Fewer policy changes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75120" y="4480560"/>
            <a:ext cx="4617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7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Complexity:  </a:t>
            </a:r>
            <a:r>
              <a:rPr lang="en-US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More detailed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3880" y="546811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difference:  </a:t>
            </a:r>
            <a:r>
              <a:rPr lang="en-US" i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Iteration optimizes values directly, while Policy Iteration alternates between evaluating and improving the policy.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17320" y="42221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Industrial Applications of Dynamic Programming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6" name="Image 0" descr="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3352" y="22174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Robotics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52" y="282321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Finds optimal paths and movements; helps robots make sequential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33672" y="1828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B85042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2057400"/>
            <a:ext cx="640080" cy="64008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1" name="Image 1" descr="icons/indus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23001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Manufacturing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481932" y="2830068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Optimizes production scheduling and reduces machine idle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918704" y="182880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B850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147304" y="2057400"/>
            <a:ext cx="640080" cy="64008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16" name="Image 2" descr="icons/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4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0536" y="22402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Supply Chain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211312" y="2843784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Optimizes inventory and ordering decisions, reducing storage and transport costs.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2538832" y="42519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B85042"/>
          </a:solidFill>
          <a:ln/>
        </p:spPr>
      </p:sp>
      <p:sp>
        <p:nvSpPr>
          <p:cNvPr id="20" name="Shape 15"/>
          <p:cNvSpPr/>
          <p:nvPr/>
        </p:nvSpPr>
        <p:spPr>
          <a:xfrm>
            <a:off x="2767432" y="4480560"/>
            <a:ext cx="640080" cy="64008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1" name="Image 3" descr="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4592" y="4617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47634" y="462915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Energy Management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2767432" y="5220104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Optimizes electricity consumption and supports smart-grid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223864" y="42519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B85042"/>
          </a:solidFill>
          <a:ln/>
        </p:spPr>
      </p:sp>
      <p:sp>
        <p:nvSpPr>
          <p:cNvPr id="25" name="Shape 19"/>
          <p:cNvSpPr/>
          <p:nvPr/>
        </p:nvSpPr>
        <p:spPr>
          <a:xfrm>
            <a:off x="6452464" y="4480560"/>
            <a:ext cx="640080" cy="640080"/>
          </a:xfrm>
          <a:prstGeom prst="ellipse">
            <a:avLst/>
          </a:prstGeom>
          <a:solidFill>
            <a:srgbClr val="A7BEAE"/>
          </a:solidFill>
          <a:ln/>
        </p:spPr>
      </p:sp>
      <p:pic>
        <p:nvPicPr>
          <p:cNvPr id="26" name="Image 4" descr="icons/c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624" y="46177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92544" y="458114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6605859" y="5257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Helps vehicles and drones choose optimal actions in real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731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309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Dynamic Programming provides a systematic approach to sequential decision-making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Bellman Principle is the foundation of DP-based RL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Evaluation measures the quality of a policy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Improvement makes the policy better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Iteration focuses directly on optimal values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>
              <a:lnSpc>
                <a:spcPct val="150000"/>
              </a:lnSpc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Policy Iteration repeatedly evaluates and improves policies</a:t>
            </a: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38912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B850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TAKEAWAY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98080" y="251460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0" y="2514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Evaluate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3524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BE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98080" y="324612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0" y="3246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Improve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524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BE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0" y="3977640"/>
            <a:ext cx="411480" cy="41148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46720" y="3977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Optimize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240" y="4389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BEA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98080" y="47091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0" y="4709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Best Decision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E7E8D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C1EC41-19D4-034C-6144-2DB4D4AE3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9" y="1408175"/>
            <a:ext cx="5200387" cy="381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3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521</Words>
  <Application>Microsoft Office PowerPoint</Application>
  <PresentationFormat>Widescreen</PresentationFormat>
  <Paragraphs>123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RupaSree Raavi</cp:lastModifiedBy>
  <cp:revision>1</cp:revision>
  <dcterms:created xsi:type="dcterms:W3CDTF">2026-08-18T03:30:28Z</dcterms:created>
  <dcterms:modified xsi:type="dcterms:W3CDTF">2026-08-18T03:55:39Z</dcterms:modified>
</cp:coreProperties>
</file>