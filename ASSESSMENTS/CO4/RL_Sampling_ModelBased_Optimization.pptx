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7E8A0-4C5B-405C-871E-817FCF736BFF}" v="3" dt="2026-08-18T04:16:18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Sree Raavi" userId="23936834a7298bdb" providerId="LiveId" clId="{681A8BA4-BDA6-4C2F-86A8-29E696F12BBE}"/>
    <pc:docChg chg="undo custSel addSld modSld">
      <pc:chgData name="RupaSree Raavi" userId="23936834a7298bdb" providerId="LiveId" clId="{681A8BA4-BDA6-4C2F-86A8-29E696F12BBE}" dt="2026-08-18T04:18:32.459" v="160"/>
      <pc:docMkLst>
        <pc:docMk/>
      </pc:docMkLst>
      <pc:sldChg chg="addSp delSp modSp mod setBg">
        <pc:chgData name="RupaSree Raavi" userId="23936834a7298bdb" providerId="LiveId" clId="{681A8BA4-BDA6-4C2F-86A8-29E696F12BBE}" dt="2026-08-18T04:05:26.803" v="27" actId="22"/>
        <pc:sldMkLst>
          <pc:docMk/>
          <pc:sldMk cId="0" sldId="256"/>
        </pc:sldMkLst>
        <pc:spChg chg="del mod">
          <ac:chgData name="RupaSree Raavi" userId="23936834a7298bdb" providerId="LiveId" clId="{681A8BA4-BDA6-4C2F-86A8-29E696F12BBE}" dt="2026-08-18T04:03:49.560" v="1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4:16.489" v="1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4:30.594" v="21" actId="122"/>
          <ac:spMkLst>
            <pc:docMk/>
            <pc:sldMk cId="0" sldId="256"/>
            <ac:spMk id="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53.613" v="11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4:57.985" v="24" actId="1076"/>
          <ac:spMkLst>
            <pc:docMk/>
            <pc:sldMk cId="0" sldId="256"/>
            <ac:spMk id="2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03:39.916" v="7" actId="478"/>
          <ac:spMkLst>
            <pc:docMk/>
            <pc:sldMk cId="0" sldId="256"/>
            <ac:spMk id="22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03:37.135" v="6" actId="478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RupaSree Raavi" userId="23936834a7298bdb" providerId="LiveId" clId="{681A8BA4-BDA6-4C2F-86A8-29E696F12BBE}" dt="2026-08-18T04:04:55.118" v="23" actId="1076"/>
          <ac:spMkLst>
            <pc:docMk/>
            <pc:sldMk cId="0" sldId="256"/>
            <ac:spMk id="25" creationId="{46A8269F-48DF-81A1-7BE6-928AA09DA881}"/>
          </ac:spMkLst>
        </pc:spChg>
        <pc:spChg chg="add mod">
          <ac:chgData name="RupaSree Raavi" userId="23936834a7298bdb" providerId="LiveId" clId="{681A8BA4-BDA6-4C2F-86A8-29E696F12BBE}" dt="2026-08-18T04:05:17.671" v="26" actId="1076"/>
          <ac:spMkLst>
            <pc:docMk/>
            <pc:sldMk cId="0" sldId="256"/>
            <ac:spMk id="27" creationId="{0B198E6E-2DF4-C341-E43D-BEEE3F39FB43}"/>
          </ac:spMkLst>
        </pc:spChg>
        <pc:spChg chg="add">
          <ac:chgData name="RupaSree Raavi" userId="23936834a7298bdb" providerId="LiveId" clId="{681A8BA4-BDA6-4C2F-86A8-29E696F12BBE}" dt="2026-08-18T04:05:26.803" v="27" actId="22"/>
          <ac:spMkLst>
            <pc:docMk/>
            <pc:sldMk cId="0" sldId="256"/>
            <ac:spMk id="29" creationId="{8664FB9D-EB6A-7D6D-4741-44BBA1320DF8}"/>
          </ac:spMkLst>
        </pc:spChg>
        <pc:picChg chg="mod">
          <ac:chgData name="RupaSree Raavi" userId="23936834a7298bdb" providerId="LiveId" clId="{681A8BA4-BDA6-4C2F-86A8-29E696F12BBE}" dt="2026-08-18T04:04:06.378" v="15" actId="14100"/>
          <ac:picMkLst>
            <pc:docMk/>
            <pc:sldMk cId="0" sldId="256"/>
            <ac:picMk id="3" creationId="{00000000-0000-0000-0000-000000000000}"/>
          </ac:picMkLst>
        </pc:picChg>
      </pc:sldChg>
      <pc:sldChg chg="delSp modSp mod">
        <pc:chgData name="RupaSree Raavi" userId="23936834a7298bdb" providerId="LiveId" clId="{681A8BA4-BDA6-4C2F-86A8-29E696F12BBE}" dt="2026-08-18T04:11:58.839" v="93" actId="478"/>
        <pc:sldMkLst>
          <pc:docMk/>
          <pc:sldMk cId="0" sldId="257"/>
        </pc:sldMkLst>
        <pc:spChg chg="del">
          <ac:chgData name="RupaSree Raavi" userId="23936834a7298bdb" providerId="LiveId" clId="{681A8BA4-BDA6-4C2F-86A8-29E696F12BBE}" dt="2026-08-18T04:05:43.706" v="28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07.513" v="3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18.809" v="38" actId="2710"/>
          <ac:spMkLst>
            <pc:docMk/>
            <pc:sldMk cId="0" sldId="257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39.715" v="42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32.180" v="40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32.180" v="40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32.180" v="40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47.751" v="44" actId="271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6:55.323" v="45" actId="107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11:58.839" v="93" actId="478"/>
          <ac:spMkLst>
            <pc:docMk/>
            <pc:sldMk cId="0" sldId="257"/>
            <ac:spMk id="20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12:04.773" v="94" actId="478"/>
        <pc:sldMkLst>
          <pc:docMk/>
          <pc:sldMk cId="0" sldId="258"/>
        </pc:sldMkLst>
        <pc:spChg chg="del">
          <ac:chgData name="RupaSree Raavi" userId="23936834a7298bdb" providerId="LiveId" clId="{681A8BA4-BDA6-4C2F-86A8-29E696F12BBE}" dt="2026-08-18T04:07:03.056" v="46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22.152" v="49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30.815" v="50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56.847" v="52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07.019" v="56" actId="123"/>
          <ac:spMkLst>
            <pc:docMk/>
            <pc:sldMk cId="0" sldId="258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7:16.502" v="48" actId="255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12:04.773" v="94" actId="478"/>
          <ac:spMkLst>
            <pc:docMk/>
            <pc:sldMk cId="0" sldId="258"/>
            <ac:spMk id="22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12:09.800" v="95" actId="478"/>
        <pc:sldMkLst>
          <pc:docMk/>
          <pc:sldMk cId="0" sldId="259"/>
        </pc:sldMkLst>
        <pc:spChg chg="mod">
          <ac:chgData name="RupaSree Raavi" userId="23936834a7298bdb" providerId="LiveId" clId="{681A8BA4-BDA6-4C2F-86A8-29E696F12BBE}" dt="2026-08-18T04:09:15.040" v="6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03.676" v="6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26.865" v="58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26.865" v="58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26.865" v="58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26.865" v="58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53.430" v="60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26.865" v="58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8:46.397" v="59" actId="207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12:09.800" v="95" actId="478"/>
          <ac:spMkLst>
            <pc:docMk/>
            <pc:sldMk cId="0" sldId="259"/>
            <ac:spMk id="23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11:51.393" v="92" actId="1076"/>
        <pc:sldMkLst>
          <pc:docMk/>
          <pc:sldMk cId="0" sldId="260"/>
        </pc:sldMkLst>
        <pc:spChg chg="del mod">
          <ac:chgData name="RupaSree Raavi" userId="23936834a7298bdb" providerId="LiveId" clId="{681A8BA4-BDA6-4C2F-86A8-29E696F12BBE}" dt="2026-08-18T04:09:39.803" v="67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48.496" v="69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54.142" v="70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58.183" v="7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02.700" v="72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21.532" v="7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27.576" v="7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35.922" v="66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09.894" v="7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17.021" v="74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37.647" v="7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48.746" v="81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35.922" v="66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43.425" v="9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25.549" v="86" actId="1410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0:56.275" v="8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01.446" v="83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35.922" v="66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46.994" v="91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29.193" v="87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08.540" v="84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20.646" v="85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09:35.922" v="66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1:51.393" v="92" actId="1076"/>
          <ac:spMkLst>
            <pc:docMk/>
            <pc:sldMk cId="0" sldId="260"/>
            <ac:spMk id="2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11:32.590" v="88" actId="478"/>
          <ac:spMkLst>
            <pc:docMk/>
            <pc:sldMk cId="0" sldId="260"/>
            <ac:spMk id="26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13:07.433" v="105" actId="478"/>
        <pc:sldMkLst>
          <pc:docMk/>
          <pc:sldMk cId="0" sldId="261"/>
        </pc:sldMkLst>
        <pc:spChg chg="del mod">
          <ac:chgData name="RupaSree Raavi" userId="23936834a7298bdb" providerId="LiveId" clId="{681A8BA4-BDA6-4C2F-86A8-29E696F12BBE}" dt="2026-08-18T04:12:26.644" v="98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37.519" v="100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46.769" v="10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59.020" v="10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2:21.425" v="97" actId="2711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13:07.433" v="105" actId="478"/>
          <ac:spMkLst>
            <pc:docMk/>
            <pc:sldMk cId="0" sldId="261"/>
            <ac:spMk id="25" creationId="{00000000-0000-0000-0000-000000000000}"/>
          </ac:spMkLst>
        </pc:spChg>
      </pc:sldChg>
      <pc:sldChg chg="addSp delSp modSp mod">
        <pc:chgData name="RupaSree Raavi" userId="23936834a7298bdb" providerId="LiveId" clId="{681A8BA4-BDA6-4C2F-86A8-29E696F12BBE}" dt="2026-08-18T04:14:02.296" v="121" actId="255"/>
        <pc:sldMkLst>
          <pc:docMk/>
          <pc:sldMk cId="0" sldId="262"/>
        </pc:sldMkLst>
        <pc:spChg chg="add del mod">
          <ac:chgData name="RupaSree Raavi" userId="23936834a7298bdb" providerId="LiveId" clId="{681A8BA4-BDA6-4C2F-86A8-29E696F12BBE}" dt="2026-08-18T04:13:30.853" v="110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3:51.990" v="119" actId="122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4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5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6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13:55.955" v="120" actId="255"/>
          <ac:spMkLst>
            <pc:docMk/>
            <pc:sldMk cId="0" sldId="262"/>
            <ac:spMk id="7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8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9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14:02.296" v="121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3:19.901" v="107" actId="255"/>
          <ac:spMkLst>
            <pc:docMk/>
            <pc:sldMk cId="0" sldId="262"/>
            <ac:spMk id="13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13:26.523" v="109" actId="478"/>
          <ac:spMkLst>
            <pc:docMk/>
            <pc:sldMk cId="0" sldId="262"/>
            <ac:spMk id="14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15:41.926" v="142" actId="1076"/>
        <pc:sldMkLst>
          <pc:docMk/>
          <pc:sldMk cId="0" sldId="263"/>
        </pc:sldMkLst>
        <pc:spChg chg="mod">
          <ac:chgData name="RupaSree Raavi" userId="23936834a7298bdb" providerId="LiveId" clId="{681A8BA4-BDA6-4C2F-86A8-29E696F12BBE}" dt="2026-08-18T04:14:47.455" v="132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42.309" v="131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13.134" v="123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55.125" v="133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59.286" v="134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28.800" v="12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4:13.134" v="123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05.440" v="135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08.875" v="136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17.642" v="137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23.005" v="138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29.329" v="139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34.153" v="140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38.129" v="141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5:41.926" v="142" actId="1076"/>
          <ac:spMkLst>
            <pc:docMk/>
            <pc:sldMk cId="0" sldId="263"/>
            <ac:spMk id="28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14:20.723" v="125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14:23.736" v="126" actId="478"/>
          <ac:spMkLst>
            <pc:docMk/>
            <pc:sldMk cId="0" sldId="263"/>
            <ac:spMk id="30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14:17.703" v="124" actId="478"/>
          <ac:spMkLst>
            <pc:docMk/>
            <pc:sldMk cId="0" sldId="263"/>
            <ac:spMk id="31" creationId="{00000000-0000-0000-0000-000000000000}"/>
          </ac:spMkLst>
        </pc:spChg>
      </pc:sldChg>
      <pc:sldChg chg="addSp delSp modSp mod setBg">
        <pc:chgData name="RupaSree Raavi" userId="23936834a7298bdb" providerId="LiveId" clId="{681A8BA4-BDA6-4C2F-86A8-29E696F12BBE}" dt="2026-08-18T04:16:58.893" v="157" actId="255"/>
        <pc:sldMkLst>
          <pc:docMk/>
          <pc:sldMk cId="0" sldId="264"/>
        </pc:sldMkLst>
        <pc:spChg chg="mod">
          <ac:chgData name="RupaSree Raavi" userId="23936834a7298bdb" providerId="LiveId" clId="{681A8BA4-BDA6-4C2F-86A8-29E696F12BBE}" dt="2026-08-18T04:16:58.893" v="157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55.590" v="156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48.075" v="154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16:29.100" v="150" actId="207"/>
          <ac:spMkLst>
            <pc:docMk/>
            <pc:sldMk cId="0" sldId="264"/>
            <ac:spMk id="18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16:31.549" v="151" actId="478"/>
          <ac:spMkLst>
            <pc:docMk/>
            <pc:sldMk cId="0" sldId="264"/>
            <ac:spMk id="19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16:22.796" v="149"/>
          <ac:spMkLst>
            <pc:docMk/>
            <pc:sldMk cId="0" sldId="264"/>
            <ac:spMk id="20" creationId="{8249B667-271C-2956-9EF7-52EBD9071362}"/>
          </ac:spMkLst>
        </pc:spChg>
      </pc:sldChg>
      <pc:sldChg chg="addSp new mod">
        <pc:chgData name="RupaSree Raavi" userId="23936834a7298bdb" providerId="LiveId" clId="{681A8BA4-BDA6-4C2F-86A8-29E696F12BBE}" dt="2026-08-18T04:18:32.459" v="160"/>
        <pc:sldMkLst>
          <pc:docMk/>
          <pc:sldMk cId="330755958" sldId="265"/>
        </pc:sldMkLst>
        <pc:picChg chg="add">
          <ac:chgData name="RupaSree Raavi" userId="23936834a7298bdb" providerId="LiveId" clId="{681A8BA4-BDA6-4C2F-86A8-29E696F12BBE}" dt="2026-08-18T04:18:32.459" v="160"/>
          <ac:picMkLst>
            <pc:docMk/>
            <pc:sldMk cId="330755958" sldId="265"/>
            <ac:picMk id="2" creationId="{CEE67E04-F5E7-AD7E-0DDF-7A151B70B7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582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sima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91" y="259242"/>
            <a:ext cx="10949454" cy="11318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855" y="1783081"/>
            <a:ext cx="949030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Sampling-Based Planning and</a:t>
            </a:r>
            <a:endParaRPr lang="en-US" sz="3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Model-Based Policy Optimization</a:t>
            </a:r>
            <a:endParaRPr lang="en-US" sz="3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8640" y="4969861"/>
            <a:ext cx="493776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6A8269F-48DF-81A1-7BE6-928AA09DA881}"/>
              </a:ext>
            </a:extLst>
          </p:cNvPr>
          <p:cNvSpPr/>
          <p:nvPr/>
        </p:nvSpPr>
        <p:spPr>
          <a:xfrm>
            <a:off x="2088129" y="3871800"/>
            <a:ext cx="7181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5FA8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MLA0301- REINFORCEMENT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98E6E-2DF4-C341-E43D-BEEE3F39FB43}"/>
              </a:ext>
            </a:extLst>
          </p:cNvPr>
          <p:cNvSpPr txBox="1"/>
          <p:nvPr/>
        </p:nvSpPr>
        <p:spPr>
          <a:xfrm>
            <a:off x="449440" y="5040649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Dr. G. A. Senthil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4FB9D-EB6A-7D6D-4741-44BBA1320DF8}"/>
              </a:ext>
            </a:extLst>
          </p:cNvPr>
          <p:cNvSpPr txBox="1"/>
          <p:nvPr/>
        </p:nvSpPr>
        <p:spPr>
          <a:xfrm>
            <a:off x="8294026" y="4906420"/>
            <a:ext cx="32773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R. Rupa Sree 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(192472122)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90393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Model-Based Reinforcement Learning?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Model-based RL learns or uses a model of the environment.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model predicts future states and rewards.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 can plan actions before interacting with the real environment.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the need for expensive real-world trials.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Useful for complex and safety-critical applications.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6916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State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089136" y="2377440"/>
            <a:ext cx="201168" cy="256032"/>
          </a:xfrm>
          <a:prstGeom prst="downArrow">
            <a:avLst/>
          </a:prstGeom>
          <a:solidFill>
            <a:srgbClr val="5FA8C4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2660904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66090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089136" y="3346704"/>
            <a:ext cx="201168" cy="256032"/>
          </a:xfrm>
          <a:prstGeom prst="downArrow">
            <a:avLst/>
          </a:prstGeom>
          <a:solidFill>
            <a:srgbClr val="5FA8C4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3630168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36301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89136" y="4315968"/>
            <a:ext cx="201168" cy="256032"/>
          </a:xfrm>
          <a:prstGeom prst="downArrow">
            <a:avLst/>
          </a:prstGeom>
          <a:solidFill>
            <a:srgbClr val="5FA8C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459943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5994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89136" y="5285232"/>
            <a:ext cx="201168" cy="256032"/>
          </a:xfrm>
          <a:prstGeom prst="downArrow">
            <a:avLst/>
          </a:prstGeom>
          <a:solidFill>
            <a:srgbClr val="5FA8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5568696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556869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41464" y="1219697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 Flow of a Model-Based Agent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Sampling-Based Planning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Generates possible future actions or trajectories.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Simulates these actions using an environment model.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the predicted outcomes.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Selects the action with the best expected result.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Useful when the environment has a large or continuous action space.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4898385"/>
            <a:ext cx="5120640" cy="1344168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50520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5FA8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Advantage
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Allows the agent to evaluate different possible futures before acting.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22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6522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Monte Carlo Tree Search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6640" y="21305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Builds a search tree by sampling promising trajectories.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226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6522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Predictive Control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06640" y="35478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Re-plans a short horizon at every step using the model.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09360" y="44348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2260" y="4800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5226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Shooting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49651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Samples many random action sequences and keeps the best.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5440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GENERATION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48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Generating Training Data Using a Model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90672" y="2066544"/>
            <a:ext cx="265176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6916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25312" y="2066544"/>
            <a:ext cx="265176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Simulated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59952" y="2066544"/>
            <a:ext cx="265176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0" y="16916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Agent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 predicts three things about the future: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331720" cy="594360"/>
          </a:xfrm>
          <a:prstGeom prst="roundRect">
            <a:avLst>
              <a:gd name="adj" fmla="val 53846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063240" y="3520440"/>
            <a:ext cx="2331720" cy="594360"/>
          </a:xfrm>
          <a:prstGeom prst="roundRect">
            <a:avLst>
              <a:gd name="adj" fmla="val 53846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77840" y="3520440"/>
            <a:ext cx="2331720" cy="594360"/>
          </a:xfrm>
          <a:prstGeom prst="roundRect">
            <a:avLst>
              <a:gd name="adj" fmla="val 53846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Generated data is used to improve the policy or value function.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dependence on real-world interaction.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significantly improve sample efficiency.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44697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Value-Equivalence Prediction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401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26184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A8C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Idea:  </a:t>
            </a:r>
            <a:r>
              <a:rPr lang="en-US" sz="2000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Accurate Value Prediction &gt; Perfect Environment Reconstruction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651760" cy="3281576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6237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566237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977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Decision-Relevant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4774474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Focuses on predicting information that is important for decision-making.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47288" y="3063239"/>
            <a:ext cx="2651760" cy="328157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64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4420564" y="33021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48456" y="3977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Beyond Full Reconstruction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48456" y="4937761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Predicts values relevant to future rewards instead of every environment detail.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45936" y="3063240"/>
            <a:ext cx="2651760" cy="3281574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1484" y="330210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01484" y="33021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47104" y="3977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Lower Model Complexity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47104" y="4704025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Helps reduce unnecessary model complexity.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44584" y="3063239"/>
            <a:ext cx="2651760" cy="328157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19004" y="3287735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87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319004" y="32858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45752" y="39776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 When Modeling Is Hard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82421" y="4774474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Useful when exact environment prediction is difficult.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1823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Model-Based Policy Optimization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04215" y="1202436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learned environment model to optimize the policy.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 performs simulations before taking real actions.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is improved using predicted rewards and future states.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real-world interactions.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provide faster learning than purely model-free approaches.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68470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Optimization Process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71016" y="436168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271016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965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51176" y="4553712"/>
            <a:ext cx="182880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10" name="Shape 8"/>
          <p:cNvSpPr/>
          <p:nvPr/>
        </p:nvSpPr>
        <p:spPr>
          <a:xfrm>
            <a:off x="3465576" y="43616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4965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45736" y="4553712"/>
            <a:ext cx="182880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0136" y="43616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0136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4965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Trajectories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40296" y="4553712"/>
            <a:ext cx="182880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18" name="Shape 16"/>
          <p:cNvSpPr/>
          <p:nvPr/>
        </p:nvSpPr>
        <p:spPr>
          <a:xfrm>
            <a:off x="7854696" y="43616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854696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0" y="4965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34856" y="4553712"/>
            <a:ext cx="182880" cy="164592"/>
          </a:xfrm>
          <a:prstGeom prst="rightArrow">
            <a:avLst/>
          </a:prstGeom>
          <a:solidFill>
            <a:srgbClr val="5FA8C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49256" y="4361688"/>
            <a:ext cx="548640" cy="54864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9256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26880" y="4965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 and Challenges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2C7A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2286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sample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Less real-world experimentation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policy improvement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Useful for expensive environments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planning and long-term decision-making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B0413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965960"/>
            <a:ext cx="5394960" cy="22860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002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prediction errors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Computational cost of planning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bias can affect policy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Difficult to model highly complex environments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Requires careful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586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18411" y="685800"/>
            <a:ext cx="48537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Real-World Industrial Case Studies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Robotics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Robot learns movements using simulated environments.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Reduces physical trial-and-error.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0248" y="1645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48656" y="19293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Vehicles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64380" y="260529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Predicts possible traffic situations.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Plans safe driving actions.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91856" y="1645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97696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Manufacturing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11896" y="261807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Optimizes production and machine-control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Reduces downtime and energy consumption.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507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35608" y="412207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Energy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483792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Predicts energy demand.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Optimizes HVAC and electricity usage.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0248" y="3867912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405079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57216" y="41133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Industrial Process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64380" y="479071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Simulates process conditions.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Optimizes temperature, pressure, and resource usage.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62261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Prediction to Optimized Action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141058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Sampling-based planning evaluates possible future actions.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Model-based data generation creates additional training experiences.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Value-equivalence prediction focuses on decision-relevant predictions.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Model-based policy optimization uses simulations to improve policies.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techniques reduce real-world training costs and improve efficiency.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03720" y="21031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13203A"/>
          </a:solidFill>
          <a:ln w="12700">
            <a:solidFill>
              <a:srgbClr val="334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TAKEAWAY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60920" y="2880360"/>
            <a:ext cx="365760" cy="36576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Learn the environment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60920" y="3410712"/>
            <a:ext cx="365760" cy="36576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384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Predict the future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60920" y="3941064"/>
            <a:ext cx="365760" cy="36576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63840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Plan the best action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60920" y="4471416"/>
            <a:ext cx="365760" cy="36576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63840" y="4471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Optimize the policy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White Background Stock Illustrations – 20,343 Thank You White  Background Stock Illustrations, Vectors &amp; Clipart - Dreamstime">
            <a:extLst>
              <a:ext uri="{FF2B5EF4-FFF2-40B4-BE49-F238E27FC236}">
                <a16:creationId xmlns:a16="http://schemas.microsoft.com/office/drawing/2014/main" id="{CEE67E04-F5E7-AD7E-0DDF-7A151B70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378" y="1566862"/>
            <a:ext cx="76200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585</Words>
  <Application>Microsoft Office PowerPoint</Application>
  <PresentationFormat>Widescreen</PresentationFormat>
  <Paragraphs>146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RupaSree Raavi</cp:lastModifiedBy>
  <cp:revision>1</cp:revision>
  <dcterms:created xsi:type="dcterms:W3CDTF">2026-08-18T03:16:01Z</dcterms:created>
  <dcterms:modified xsi:type="dcterms:W3CDTF">2026-08-18T04:18:36Z</dcterms:modified>
</cp:coreProperties>
</file>