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E015A-CE12-44C0-BCEA-95FFE4B41480}" v="4" dt="2026-08-18T03:44:40.6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Sree Raavi" userId="23936834a7298bdb" providerId="LiveId" clId="{681A8BA4-BDA6-4C2F-86A8-29E696F12BBE}"/>
    <pc:docChg chg="custSel addSld delSld modSld">
      <pc:chgData name="RupaSree Raavi" userId="23936834a7298bdb" providerId="LiveId" clId="{681A8BA4-BDA6-4C2F-86A8-29E696F12BBE}" dt="2026-08-18T03:44:54.750" v="38" actId="207"/>
      <pc:docMkLst>
        <pc:docMk/>
      </pc:docMkLst>
      <pc:sldChg chg="modSp mod">
        <pc:chgData name="RupaSree Raavi" userId="23936834a7298bdb" providerId="LiveId" clId="{681A8BA4-BDA6-4C2F-86A8-29E696F12BBE}" dt="2026-08-18T03:41:31.591" v="12" actId="1076"/>
        <pc:sldMkLst>
          <pc:docMk/>
          <pc:sldMk cId="0" sldId="256"/>
        </pc:sldMkLst>
        <pc:spChg chg="mod">
          <ac:chgData name="RupaSree Raavi" userId="23936834a7298bdb" providerId="LiveId" clId="{681A8BA4-BDA6-4C2F-86A8-29E696F12BBE}" dt="2026-08-18T03:41:31.591" v="12" actId="1076"/>
          <ac:spMkLst>
            <pc:docMk/>
            <pc:sldMk cId="0" sldId="256"/>
            <ac:spMk id="15" creationId="{A4DA0466-A07E-0A16-21F4-DE81286DE268}"/>
          </ac:spMkLst>
        </pc:spChg>
      </pc:sldChg>
      <pc:sldChg chg="modSp mod setBg">
        <pc:chgData name="RupaSree Raavi" userId="23936834a7298bdb" providerId="LiveId" clId="{681A8BA4-BDA6-4C2F-86A8-29E696F12BBE}" dt="2026-08-18T03:44:54.750" v="38" actId="207"/>
        <pc:sldMkLst>
          <pc:docMk/>
          <pc:sldMk cId="0" sldId="263"/>
        </pc:sldMkLst>
        <pc:spChg chg="mod">
          <ac:chgData name="RupaSree Raavi" userId="23936834a7298bdb" providerId="LiveId" clId="{681A8BA4-BDA6-4C2F-86A8-29E696F12BBE}" dt="2026-08-18T03:44:51.259" v="37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4:46.395" v="36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4:54.750" v="38" actId="207"/>
          <ac:spMkLst>
            <pc:docMk/>
            <pc:sldMk cId="0" sldId="263"/>
            <ac:spMk id="9" creationId="{00000000-0000-0000-0000-000000000000}"/>
          </ac:spMkLst>
        </pc:spChg>
      </pc:sldChg>
      <pc:sldChg chg="addSp delSp modSp new mod">
        <pc:chgData name="RupaSree Raavi" userId="23936834a7298bdb" providerId="LiveId" clId="{681A8BA4-BDA6-4C2F-86A8-29E696F12BBE}" dt="2026-08-18T03:44:08.690" v="31" actId="1076"/>
        <pc:sldMkLst>
          <pc:docMk/>
          <pc:sldMk cId="666234135" sldId="264"/>
        </pc:sldMkLst>
        <pc:picChg chg="add del mod">
          <ac:chgData name="RupaSree Raavi" userId="23936834a7298bdb" providerId="LiveId" clId="{681A8BA4-BDA6-4C2F-86A8-29E696F12BBE}" dt="2026-08-18T03:42:30.439" v="22" actId="478"/>
          <ac:picMkLst>
            <pc:docMk/>
            <pc:sldMk cId="666234135" sldId="264"/>
            <ac:picMk id="2" creationId="{A7DA60F5-F9B9-6CCC-6146-BC32FFADB65A}"/>
          </ac:picMkLst>
        </pc:picChg>
        <pc:picChg chg="add del mod modCrop">
          <ac:chgData name="RupaSree Raavi" userId="23936834a7298bdb" providerId="LiveId" clId="{681A8BA4-BDA6-4C2F-86A8-29E696F12BBE}" dt="2026-08-18T03:43:09.697" v="25" actId="478"/>
          <ac:picMkLst>
            <pc:docMk/>
            <pc:sldMk cId="666234135" sldId="264"/>
            <ac:picMk id="4" creationId="{DC91205E-B43D-0695-B939-A881A0CD16BF}"/>
          </ac:picMkLst>
        </pc:picChg>
        <pc:picChg chg="add del">
          <ac:chgData name="RupaSree Raavi" userId="23936834a7298bdb" providerId="LiveId" clId="{681A8BA4-BDA6-4C2F-86A8-29E696F12BBE}" dt="2026-08-18T03:43:23.211" v="27" actId="478"/>
          <ac:picMkLst>
            <pc:docMk/>
            <pc:sldMk cId="666234135" sldId="264"/>
            <ac:picMk id="6" creationId="{55FE9C83-2890-5816-26DC-62EA4B98A566}"/>
          </ac:picMkLst>
        </pc:picChg>
        <pc:picChg chg="add mod">
          <ac:chgData name="RupaSree Raavi" userId="23936834a7298bdb" providerId="LiveId" clId="{681A8BA4-BDA6-4C2F-86A8-29E696F12BBE}" dt="2026-08-18T03:44:08.690" v="31" actId="1076"/>
          <ac:picMkLst>
            <pc:docMk/>
            <pc:sldMk cId="666234135" sldId="264"/>
            <ac:picMk id="8" creationId="{7BFD20E6-5080-5FF2-28BF-99075B44BAE9}"/>
          </ac:picMkLst>
        </pc:picChg>
      </pc:sldChg>
      <pc:sldChg chg="del">
        <pc:chgData name="RupaSree Raavi" userId="23936834a7298bdb" providerId="LiveId" clId="{681A8BA4-BDA6-4C2F-86A8-29E696F12BBE}" dt="2026-08-18T03:41:37.609" v="13" actId="47"/>
        <pc:sldMkLst>
          <pc:docMk/>
          <pc:sldMk cId="3511782261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410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885975" y="378333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A8D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MLA0301- REINFORCEMENT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63090"/>
            <a:ext cx="1058939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Advanced Policy Optimization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Techniques in Deep RL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91440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CCE10-2BA5-4988-30A8-FF1575997298}"/>
              </a:ext>
            </a:extLst>
          </p:cNvPr>
          <p:cNvSpPr txBox="1"/>
          <p:nvPr/>
        </p:nvSpPr>
        <p:spPr>
          <a:xfrm>
            <a:off x="386058" y="5161681"/>
            <a:ext cx="32773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/>
            <a:r>
              <a:rPr lang="en-US" altLang="en-GB" sz="2600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Dr. G. A. Senthil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DA0466-A07E-0A16-21F4-DE81286DE268}"/>
              </a:ext>
            </a:extLst>
          </p:cNvPr>
          <p:cNvSpPr txBox="1"/>
          <p:nvPr/>
        </p:nvSpPr>
        <p:spPr>
          <a:xfrm>
            <a:off x="8294026" y="5040064"/>
            <a:ext cx="32773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</a:p>
          <a:p>
            <a:pPr algn="ctr"/>
            <a:r>
              <a:rPr lang="en-US" altLang="en-GB" sz="2600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R. Rupa Sree</a:t>
            </a:r>
          </a:p>
          <a:p>
            <a:pPr algn="ctr"/>
            <a:r>
              <a:rPr lang="en-US" altLang="en-GB" sz="2600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(192472122) </a:t>
            </a:r>
          </a:p>
        </p:txBody>
      </p:sp>
      <p:pic>
        <p:nvPicPr>
          <p:cNvPr id="17" name="Google Shape;100;p13" descr="SSE-Computer Science and Engineering">
            <a:extLst>
              <a:ext uri="{FF2B5EF4-FFF2-40B4-BE49-F238E27FC236}">
                <a16:creationId xmlns:a16="http://schemas.microsoft.com/office/drawing/2014/main" id="{FA3A1FD9-01CA-D7DF-B6E6-4F841156FE3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5819" y="276124"/>
            <a:ext cx="10949293" cy="125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4503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Policy Optimization in Deep RL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7220" y="230886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optimization aims to learn the best action-selection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policy determines the action an agent takes in each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neural networks can represent complex, high-dimensional policies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Advanced methods improve learning stability, convergence, and 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PPO, TRPO, and DDPG are leading policy-based approaches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0" y="667512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13315C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66760" y="6675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32620" y="1444752"/>
            <a:ext cx="0" cy="292608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07909" y="177228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07908" y="1744591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522356" y="2521831"/>
            <a:ext cx="0" cy="292608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66760" y="2834897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13315C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93609" y="282167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11254" y="3612137"/>
            <a:ext cx="0" cy="292608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32620" y="4724790"/>
            <a:ext cx="0" cy="292608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07908" y="5029877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13315C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66760" y="501002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812780" y="1070594"/>
            <a:ext cx="50292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15700" y="1070594"/>
            <a:ext cx="0" cy="4279392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12780" y="5349986"/>
            <a:ext cx="50292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11305441" y="2814439"/>
            <a:ext cx="10465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i="1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DAC3A0AB-C5BD-7D43-351E-9895326D5AB6}"/>
              </a:ext>
            </a:extLst>
          </p:cNvPr>
          <p:cNvSpPr/>
          <p:nvPr/>
        </p:nvSpPr>
        <p:spPr>
          <a:xfrm>
            <a:off x="8366760" y="394755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121410DE-7C79-0813-C6DC-83C64A61A785}"/>
              </a:ext>
            </a:extLst>
          </p:cNvPr>
          <p:cNvSpPr/>
          <p:nvPr/>
        </p:nvSpPr>
        <p:spPr>
          <a:xfrm>
            <a:off x="8366760" y="3932387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Proximal Policy Optimization (PPO)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and practical policy optimization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Developed by OpenAI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a clipped objective function to prevent excessively large policy updates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strong stability with simple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well in high-dimensional environments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Widely used in robotics, games, and autonomous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31152" y="2125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93115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✓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43800" y="1874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learning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0" y="18745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65792" y="2125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76579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⚡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378440" y="1874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 Implementation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0" y="303580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31152" y="32872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152" y="3287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⚙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43800" y="303580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 Efficient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01200" y="303580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65792" y="32872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765792" y="3287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⛔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378440" y="3035808"/>
            <a:ext cx="181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Prevents Destructive updates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66560" y="4242816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424281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  </a:t>
            </a:r>
            <a:r>
              <a:rPr lang="en-US" sz="20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HVAC control, robotic navigation, game agents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Trust Region Policy Optimization (TRPO)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Constrained, theoretically grounded policy updates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2084" y="2509001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Improves the policy while restricting how much it can change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a trust region to maintain stable updates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Controls policy changes via KL-divergence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Provides strong theoretical convergence guarantees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More computationally complex than PPO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31152" y="212598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693115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◈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43800" y="1874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stability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0" y="18745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65792" y="212598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976579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✔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378440" y="18745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Reliable improvement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0" y="303580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31152" y="328726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152" y="3287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⚖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43800" y="303580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 theory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01200" y="3035808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65792" y="328726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0" name="Text 18"/>
          <p:cNvSpPr/>
          <p:nvPr/>
        </p:nvSpPr>
        <p:spPr>
          <a:xfrm>
            <a:off x="9765792" y="3287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⏱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22992" y="3035808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Computationally heavy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66560" y="4242816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24281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 Policy + Limit Change → Stable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Deep Deterministic Policy Gradient (DDPG)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Actor-critic learning for continuous control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48101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actor-critic deep reinforcement learning algorithm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Designed mainly for continuous action spaces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network selects actions; critic network evaluates them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experience replay and target networks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Well suited to robotics and physical control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75120" y="192024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3882" y="2240280"/>
            <a:ext cx="1928638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03882" y="2240280"/>
            <a:ext cx="19286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(selects action)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64040" y="2240280"/>
            <a:ext cx="192863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9464040" y="2240280"/>
            <a:ext cx="19286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(evaluates action)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32520" y="2628900"/>
            <a:ext cx="73152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73252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Q-value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01000" y="33375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48691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 Robotic arm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098280" y="4858916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 Autonomous vehicles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5120" y="5216279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 Drone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98280" y="5187353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3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●  Industrial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PPO vs TRPO vs DDPG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47282"/>
              </p:ext>
            </p:extLst>
          </p:nvPr>
        </p:nvGraphicFramePr>
        <p:xfrm>
          <a:off x="640080" y="1600200"/>
          <a:ext cx="10908792" cy="44805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/>
                        <a:t>Feature</a:t>
                      </a:r>
                      <a:endParaRPr lang="en-US" sz="2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/>
                        <a:t>PPO</a:t>
                      </a:r>
                      <a:endParaRPr lang="en-US" sz="2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/>
                        <a:t>TRPO</a:t>
                      </a:r>
                      <a:endParaRPr lang="en-US" sz="2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/>
                        <a:t>DDPG</a:t>
                      </a:r>
                      <a:endParaRPr lang="en-US" sz="2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Type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Stochastic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Stochastic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Space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 &amp; Continuous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 &amp; Continuous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Stability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Convergence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/ Stable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Efficiency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Advantage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Simplicity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stability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control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 &amp; Applications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PPO provides a strong balance of stability, simplicity, and efficiency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TRPO delivers highly stable updates but needs greater computational effort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DDPG excels at continuous control problems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right algorithm depends on the environment and action space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Takeaway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48646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PPO for practical use, TRPO for stability-critical settings, DDPG for continuous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14401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75120" y="2103120"/>
            <a:ext cx="2331720" cy="960120"/>
          </a:xfrm>
          <a:prstGeom prst="roundRect">
            <a:avLst>
              <a:gd name="adj" fmla="val 952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031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🤖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06640" y="21031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Robotics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235440" y="2103120"/>
            <a:ext cx="2331720" cy="960120"/>
          </a:xfrm>
          <a:prstGeom prst="roundRect">
            <a:avLst>
              <a:gd name="adj" fmla="val 952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1031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🚗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66960" y="21031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 vehicles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675120" y="3291840"/>
            <a:ext cx="2331720" cy="960120"/>
          </a:xfrm>
          <a:prstGeom prst="roundRect">
            <a:avLst>
              <a:gd name="adj" fmla="val 952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2918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🏠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06640" y="3291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home energy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5440" y="3291840"/>
            <a:ext cx="2331720" cy="960120"/>
          </a:xfrm>
          <a:prstGeom prst="roundRect">
            <a:avLst>
              <a:gd name="adj" fmla="val 952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32918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🚁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66960" y="3291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Drone control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4480560"/>
            <a:ext cx="2331720" cy="960120"/>
          </a:xfrm>
          <a:prstGeom prst="roundRect">
            <a:avLst>
              <a:gd name="adj" fmla="val 952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480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🎮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06640" y="44805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Game AI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FD20E6-5080-5FF2-28BF-99075B44B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164" y="1222310"/>
            <a:ext cx="7452551" cy="40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3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437</Words>
  <Application>Microsoft Office PowerPoint</Application>
  <PresentationFormat>Widescreen</PresentationFormat>
  <Paragraphs>133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RupaSree Raavi</cp:lastModifiedBy>
  <cp:revision>2</cp:revision>
  <dcterms:created xsi:type="dcterms:W3CDTF">2026-08-17T15:50:57Z</dcterms:created>
  <dcterms:modified xsi:type="dcterms:W3CDTF">2026-08-18T03:44:55Z</dcterms:modified>
</cp:coreProperties>
</file>