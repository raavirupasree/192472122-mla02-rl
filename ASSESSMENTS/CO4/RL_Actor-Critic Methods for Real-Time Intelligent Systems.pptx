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87DCC-3571-42FE-B188-6BE76F7405B4}" v="25" dt="2026-08-18T04:59:39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Sree Raavi" userId="23936834a7298bdb" providerId="LiveId" clId="{681A8BA4-BDA6-4C2F-86A8-29E696F12BBE}"/>
    <pc:docChg chg="undo custSel addSld delSld modSld">
      <pc:chgData name="RupaSree Raavi" userId="23936834a7298bdb" providerId="LiveId" clId="{681A8BA4-BDA6-4C2F-86A8-29E696F12BBE}" dt="2026-08-18T05:01:52.727" v="650" actId="14838"/>
      <pc:docMkLst>
        <pc:docMk/>
      </pc:docMkLst>
      <pc:sldChg chg="modSp add">
        <pc:chgData name="RupaSree Raavi" userId="23936834a7298bdb" providerId="LiveId" clId="{681A8BA4-BDA6-4C2F-86A8-29E696F12BBE}" dt="2026-08-18T04:40:18.277" v="3"/>
        <pc:sldMkLst>
          <pc:docMk/>
          <pc:sldMk cId="0" sldId="256"/>
        </pc:sldMkLst>
        <pc:spChg chg="mod">
          <ac:chgData name="RupaSree Raavi" userId="23936834a7298bdb" providerId="LiveId" clId="{681A8BA4-BDA6-4C2F-86A8-29E696F12BBE}" dt="2026-08-18T04:40:18.277" v="3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RupaSree Raavi" userId="23936834a7298bdb" providerId="LiveId" clId="{681A8BA4-BDA6-4C2F-86A8-29E696F12BBE}" dt="2026-08-18T04:41:50.617" v="25" actId="1076"/>
        <pc:sldMkLst>
          <pc:docMk/>
          <pc:sldMk cId="0" sldId="257"/>
        </pc:sldMkLst>
        <pc:spChg chg="del">
          <ac:chgData name="RupaSree Raavi" userId="23936834a7298bdb" providerId="LiveId" clId="{681A8BA4-BDA6-4C2F-86A8-29E696F12BBE}" dt="2026-08-18T04:40:33.565" v="7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0:30.211" v="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03.505" v="13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11.829" v="16" actId="120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1:34.956" v="22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1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1:36.777" v="23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17.105" v="1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46.748" v="24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50.617" v="25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1:24.530" v="19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2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3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4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0:57.596" v="12" actId="2711"/>
          <ac:spMkLst>
            <pc:docMk/>
            <pc:sldMk cId="0" sldId="257"/>
            <ac:spMk id="4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1:27.480" v="20" actId="478"/>
          <ac:spMkLst>
            <pc:docMk/>
            <pc:sldMk cId="0" sldId="257"/>
            <ac:spMk id="48" creationId="{00000000-0000-0000-0000-000000000000}"/>
          </ac:spMkLst>
        </pc:spChg>
        <pc:picChg chg="del">
          <ac:chgData name="RupaSree Raavi" userId="23936834a7298bdb" providerId="LiveId" clId="{681A8BA4-BDA6-4C2F-86A8-29E696F12BBE}" dt="2026-08-18T04:40:31.988" v="6" actId="478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">
        <pc:chgData name="RupaSree Raavi" userId="23936834a7298bdb" providerId="LiveId" clId="{681A8BA4-BDA6-4C2F-86A8-29E696F12BBE}" dt="2026-08-18T04:45:33.907" v="101" actId="478"/>
        <pc:sldMkLst>
          <pc:docMk/>
          <pc:sldMk cId="0" sldId="258"/>
        </pc:sldMkLst>
        <pc:spChg chg="del">
          <ac:chgData name="RupaSree Raavi" userId="23936834a7298bdb" providerId="LiveId" clId="{681A8BA4-BDA6-4C2F-86A8-29E696F12BBE}" dt="2026-08-18T04:41:57.655" v="28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1:54.727" v="26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2:00.433" v="29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4:09.291" v="77" actId="255"/>
          <ac:spMkLst>
            <pc:docMk/>
            <pc:sldMk cId="0" sldId="258"/>
            <ac:spMk id="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2:09.776" v="31" actId="478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44:26.395" v="83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4:49.934" v="93" actId="6549"/>
          <ac:spMkLst>
            <pc:docMk/>
            <pc:sldMk cId="0" sldId="258"/>
            <ac:spMk id="9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44:23.959" v="82" actId="478"/>
          <ac:spMkLst>
            <pc:docMk/>
            <pc:sldMk cId="0" sldId="258"/>
            <ac:spMk id="10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44:30.352" v="84" actId="478"/>
          <ac:spMkLst>
            <pc:docMk/>
            <pc:sldMk cId="0" sldId="258"/>
            <ac:spMk id="11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44:21.192" v="81" actId="478"/>
          <ac:spMkLst>
            <pc:docMk/>
            <pc:sldMk cId="0" sldId="258"/>
            <ac:spMk id="12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44:17.232" v="79" actId="478"/>
          <ac:spMkLst>
            <pc:docMk/>
            <pc:sldMk cId="0" sldId="258"/>
            <ac:spMk id="13" creationId="{00000000-0000-0000-0000-000000000000}"/>
          </ac:spMkLst>
        </pc:spChg>
        <pc:spChg chg="add del">
          <ac:chgData name="RupaSree Raavi" userId="23936834a7298bdb" providerId="LiveId" clId="{681A8BA4-BDA6-4C2F-86A8-29E696F12BBE}" dt="2026-08-18T04:44:19.140" v="80" actId="478"/>
          <ac:spMkLst>
            <pc:docMk/>
            <pc:sldMk cId="0" sldId="258"/>
            <ac:spMk id="14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44:14.104" v="78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5:22.618" v="98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5:22.618" v="98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5:22.618" v="98" actId="25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5:22.618" v="98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5:28.942" v="99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4:05.911" v="76" actId="255"/>
          <ac:spMkLst>
            <pc:docMk/>
            <pc:sldMk cId="0" sldId="258"/>
            <ac:spMk id="3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4:05.911" v="76" actId="255"/>
          <ac:spMkLst>
            <pc:docMk/>
            <pc:sldMk cId="0" sldId="258"/>
            <ac:spMk id="3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4:05.911" v="76" actId="255"/>
          <ac:spMkLst>
            <pc:docMk/>
            <pc:sldMk cId="0" sldId="258"/>
            <ac:spMk id="5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5:33.907" v="101" actId="478"/>
          <ac:spMkLst>
            <pc:docMk/>
            <pc:sldMk cId="0" sldId="258"/>
            <ac:spMk id="52" creationId="{00000000-0000-0000-0000-000000000000}"/>
          </ac:spMkLst>
        </pc:spChg>
        <pc:spChg chg="add mod">
          <ac:chgData name="RupaSree Raavi" userId="23936834a7298bdb" providerId="LiveId" clId="{681A8BA4-BDA6-4C2F-86A8-29E696F12BBE}" dt="2026-08-18T04:45:02.599" v="95" actId="14100"/>
          <ac:spMkLst>
            <pc:docMk/>
            <pc:sldMk cId="0" sldId="258"/>
            <ac:spMk id="54" creationId="{1539A21C-701B-4503-35B4-1F6229297395}"/>
          </ac:spMkLst>
        </pc:spChg>
        <pc:picChg chg="del">
          <ac:chgData name="RupaSree Raavi" userId="23936834a7298bdb" providerId="LiveId" clId="{681A8BA4-BDA6-4C2F-86A8-29E696F12BBE}" dt="2026-08-18T04:41:56.531" v="27" actId="478"/>
          <ac:picMkLst>
            <pc:docMk/>
            <pc:sldMk cId="0" sldId="258"/>
            <ac:picMk id="3" creationId="{00000000-0000-0000-0000-000000000000}"/>
          </ac:picMkLst>
        </pc:picChg>
      </pc:sldChg>
      <pc:sldChg chg="addSp delSp modSp mod">
        <pc:chgData name="RupaSree Raavi" userId="23936834a7298bdb" providerId="LiveId" clId="{681A8BA4-BDA6-4C2F-86A8-29E696F12BBE}" dt="2026-08-18T04:49:44.566" v="163" actId="14100"/>
        <pc:sldMkLst>
          <pc:docMk/>
          <pc:sldMk cId="0" sldId="259"/>
        </pc:sldMkLst>
        <pc:spChg chg="del">
          <ac:chgData name="RupaSree Raavi" userId="23936834a7298bdb" providerId="LiveId" clId="{681A8BA4-BDA6-4C2F-86A8-29E696F12BBE}" dt="2026-08-18T04:45:53.925" v="102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6:01.925" v="105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5:56.520" v="103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6:30.845" v="112" actId="255"/>
          <ac:spMkLst>
            <pc:docMk/>
            <pc:sldMk cId="0" sldId="259"/>
            <ac:spMk id="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6:12.866" v="108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34.008" v="130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18.012" v="157" actId="14100"/>
          <ac:spMkLst>
            <pc:docMk/>
            <pc:sldMk cId="0" sldId="259"/>
            <ac:spMk id="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35.743" v="131" actId="478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6:52.729" v="117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31.577" v="129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00.373" v="120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22.411" v="125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7:04.966" v="121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7:24.212" v="126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7:20.398" v="124" actId="47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8:42.590" v="150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03.042" v="155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8:55.736" v="153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8:50.475" v="152" actId="1076"/>
          <ac:spMkLst>
            <pc:docMk/>
            <pc:sldMk cId="0" sldId="259"/>
            <ac:spMk id="2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6:05.624" v="106" actId="478"/>
          <ac:spMkLst>
            <pc:docMk/>
            <pc:sldMk cId="0" sldId="259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36.307" v="161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41.389" v="162" actId="1410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36.307" v="161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36.307" v="161" actId="255"/>
          <ac:spMkLst>
            <pc:docMk/>
            <pc:sldMk cId="0" sldId="259"/>
            <ac:spMk id="3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36.307" v="161" actId="255"/>
          <ac:spMkLst>
            <pc:docMk/>
            <pc:sldMk cId="0" sldId="259"/>
            <ac:spMk id="4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44.566" v="163" actId="14100"/>
          <ac:spMkLst>
            <pc:docMk/>
            <pc:sldMk cId="0" sldId="259"/>
            <ac:spMk id="4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9:36.307" v="161" actId="255"/>
          <ac:spMkLst>
            <pc:docMk/>
            <pc:sldMk cId="0" sldId="259"/>
            <ac:spMk id="5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46:24.764" v="111" actId="255"/>
          <ac:spMkLst>
            <pc:docMk/>
            <pc:sldMk cId="0" sldId="259"/>
            <ac:spMk id="5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8:25.293" v="146" actId="478"/>
          <ac:spMkLst>
            <pc:docMk/>
            <pc:sldMk cId="0" sldId="259"/>
            <ac:spMk id="60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8:23.705" v="145" actId="478"/>
          <ac:spMkLst>
            <pc:docMk/>
            <pc:sldMk cId="0" sldId="259"/>
            <ac:spMk id="6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8:27.993" v="147" actId="478"/>
          <ac:spMkLst>
            <pc:docMk/>
            <pc:sldMk cId="0" sldId="259"/>
            <ac:spMk id="62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49:28.868" v="160"/>
          <ac:spMkLst>
            <pc:docMk/>
            <pc:sldMk cId="0" sldId="259"/>
            <ac:spMk id="63" creationId="{BAAF4657-22C6-244A-9825-79A5B932B39B}"/>
          </ac:spMkLst>
        </pc:spChg>
        <pc:picChg chg="del">
          <ac:chgData name="RupaSree Raavi" userId="23936834a7298bdb" providerId="LiveId" clId="{681A8BA4-BDA6-4C2F-86A8-29E696F12BBE}" dt="2026-08-18T04:45:53.925" v="102" actId="478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49:10.898" v="156" actId="1076"/>
          <ac:picMkLst>
            <pc:docMk/>
            <pc:sldMk cId="0" sldId="259"/>
            <ac:picMk id="20" creationId="{00000000-0000-0000-0000-000000000000}"/>
          </ac:picMkLst>
        </pc:picChg>
      </pc:sldChg>
      <pc:sldChg chg="addSp delSp modSp mod">
        <pc:chgData name="RupaSree Raavi" userId="23936834a7298bdb" providerId="LiveId" clId="{681A8BA4-BDA6-4C2F-86A8-29E696F12BBE}" dt="2026-08-18T04:57:06.294" v="463" actId="1076"/>
        <pc:sldMkLst>
          <pc:docMk/>
          <pc:sldMk cId="0" sldId="260"/>
        </pc:sldMkLst>
        <pc:spChg chg="del">
          <ac:chgData name="RupaSree Raavi" userId="23936834a7298bdb" providerId="LiveId" clId="{681A8BA4-BDA6-4C2F-86A8-29E696F12BBE}" dt="2026-08-18T04:50:23.299" v="17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0:33.201" v="179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0:30.207" v="178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9.627" v="454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35.610" v="455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0:59.700" v="18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41.883" v="45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38.634" v="456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46.104" v="458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1:38.301" v="19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54.759" v="46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50.753" v="45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59.011" v="461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2:13.554" v="202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06.294" v="463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01.917" v="462" actId="1076"/>
          <ac:spMkLst>
            <pc:docMk/>
            <pc:sldMk cId="0" sldId="260"/>
            <ac:spMk id="2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1:48.116" v="196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1:46.828" v="195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1:56.447" v="199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1:52.841" v="198" actId="478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3.335" v="453" actId="255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29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3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32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33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46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50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5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52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54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55:54.645" v="447" actId="478"/>
          <ac:spMkLst>
            <pc:docMk/>
            <pc:sldMk cId="0" sldId="260"/>
            <ac:spMk id="5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0:36.267" v="180" actId="478"/>
          <ac:spMkLst>
            <pc:docMk/>
            <pc:sldMk cId="0" sldId="260"/>
            <ac:spMk id="6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0:40.561" v="181" actId="478"/>
          <ac:spMkLst>
            <pc:docMk/>
            <pc:sldMk cId="0" sldId="260"/>
            <ac:spMk id="6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9:54.114" v="164" actId="478"/>
          <ac:spMkLst>
            <pc:docMk/>
            <pc:sldMk cId="0" sldId="260"/>
            <ac:spMk id="66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4:49:59.609" v="167" actId="478"/>
          <ac:spMkLst>
            <pc:docMk/>
            <pc:sldMk cId="0" sldId="260"/>
            <ac:spMk id="67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49:55.919" v="165" actId="478"/>
          <ac:spMkLst>
            <pc:docMk/>
            <pc:sldMk cId="0" sldId="260"/>
            <ac:spMk id="6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3.335" v="453" actId="255"/>
          <ac:spMkLst>
            <pc:docMk/>
            <pc:sldMk cId="0" sldId="260"/>
            <ac:spMk id="7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3.335" v="453" actId="255"/>
          <ac:spMkLst>
            <pc:docMk/>
            <pc:sldMk cId="0" sldId="260"/>
            <ac:spMk id="7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3.335" v="453" actId="255"/>
          <ac:spMkLst>
            <pc:docMk/>
            <pc:sldMk cId="0" sldId="260"/>
            <ac:spMk id="1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6:23.335" v="453" actId="255"/>
          <ac:spMkLst>
            <pc:docMk/>
            <pc:sldMk cId="0" sldId="260"/>
            <ac:spMk id="12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0:15.542" v="174" actId="478"/>
          <ac:spMkLst>
            <pc:docMk/>
            <pc:sldMk cId="0" sldId="260"/>
            <ac:spMk id="125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4:50:06.409" v="172"/>
          <ac:spMkLst>
            <pc:docMk/>
            <pc:sldMk cId="0" sldId="260"/>
            <ac:spMk id="126" creationId="{02E2993D-BA23-DEE5-6967-416D2C4AE3A0}"/>
          </ac:spMkLst>
        </pc:spChg>
        <pc:graphicFrameChg chg="add mod modGraphic">
          <ac:chgData name="RupaSree Raavi" userId="23936834a7298bdb" providerId="LiveId" clId="{681A8BA4-BDA6-4C2F-86A8-29E696F12BBE}" dt="2026-08-18T04:56:17.406" v="452" actId="113"/>
          <ac:graphicFrameMkLst>
            <pc:docMk/>
            <pc:sldMk cId="0" sldId="260"/>
            <ac:graphicFrameMk id="127" creationId="{B6B340FF-6D96-38A0-B9B5-3BD2BBA99DB7}"/>
          </ac:graphicFrameMkLst>
        </pc:graphicFrameChg>
        <pc:picChg chg="del">
          <ac:chgData name="RupaSree Raavi" userId="23936834a7298bdb" providerId="LiveId" clId="{681A8BA4-BDA6-4C2F-86A8-29E696F12BBE}" dt="2026-08-18T04:50:24.665" v="177" actId="478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51:07.610" v="186" actId="1076"/>
          <ac:picMkLst>
            <pc:docMk/>
            <pc:sldMk cId="0" sldId="260"/>
            <ac:picMk id="9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51:44.719" v="194" actId="1076"/>
          <ac:picMkLst>
            <pc:docMk/>
            <pc:sldMk cId="0" sldId="260"/>
            <ac:picMk id="14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52:07.442" v="201" actId="1076"/>
          <ac:picMkLst>
            <pc:docMk/>
            <pc:sldMk cId="0" sldId="260"/>
            <ac:picMk id="19" creationId="{00000000-0000-0000-0000-000000000000}"/>
          </ac:picMkLst>
        </pc:picChg>
        <pc:picChg chg="del">
          <ac:chgData name="RupaSree Raavi" userId="23936834a7298bdb" providerId="LiveId" clId="{681A8BA4-BDA6-4C2F-86A8-29E696F12BBE}" dt="2026-08-18T04:51:49.959" v="197" actId="478"/>
          <ac:picMkLst>
            <pc:docMk/>
            <pc:sldMk cId="0" sldId="260"/>
            <ac:picMk id="24" creationId="{00000000-0000-0000-0000-000000000000}"/>
          </ac:picMkLst>
        </pc:picChg>
      </pc:sldChg>
      <pc:sldChg chg="delSp modSp mod">
        <pc:chgData name="RupaSree Raavi" userId="23936834a7298bdb" providerId="LiveId" clId="{681A8BA4-BDA6-4C2F-86A8-29E696F12BBE}" dt="2026-08-18T04:59:18.679" v="492" actId="1076"/>
        <pc:sldMkLst>
          <pc:docMk/>
          <pc:sldMk cId="0" sldId="261"/>
        </pc:sldMkLst>
        <pc:spChg chg="del">
          <ac:chgData name="RupaSree Raavi" userId="23936834a7298bdb" providerId="LiveId" clId="{681A8BA4-BDA6-4C2F-86A8-29E696F12BBE}" dt="2026-08-18T04:57:16.789" v="464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7:22.223" v="466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7:19.894" v="465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50.594" v="473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34.868" v="482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24.193" v="479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27.138" v="48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30.298" v="481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59.544" v="488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49.389" v="48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42.323" v="484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53.112" v="487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9:04.415" v="489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9:14.753" v="491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9:09.149" v="490" actId="1410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9:18.679" v="492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8:12.806" v="476" actId="1410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3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4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48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7:30.294" v="468" actId="478"/>
          <ac:spMkLst>
            <pc:docMk/>
            <pc:sldMk cId="0" sldId="261"/>
            <ac:spMk id="5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7:34.202" v="469" actId="478"/>
          <ac:spMkLst>
            <pc:docMk/>
            <pc:sldMk cId="0" sldId="261"/>
            <ac:spMk id="5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4:57:37.477" v="470" actId="478"/>
          <ac:spMkLst>
            <pc:docMk/>
            <pc:sldMk cId="0" sldId="261"/>
            <ac:spMk id="5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4:57:44.235" v="472" actId="255"/>
          <ac:spMkLst>
            <pc:docMk/>
            <pc:sldMk cId="0" sldId="261"/>
            <ac:spMk id="56" creationId="{00000000-0000-0000-0000-000000000000}"/>
          </ac:spMkLst>
        </pc:spChg>
        <pc:picChg chg="del">
          <ac:chgData name="RupaSree Raavi" userId="23936834a7298bdb" providerId="LiveId" clId="{681A8BA4-BDA6-4C2F-86A8-29E696F12BBE}" dt="2026-08-18T04:57:16.789" v="464" actId="478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58:21.858" v="478" actId="1076"/>
          <ac:picMkLst>
            <pc:docMk/>
            <pc:sldMk cId="0" sldId="261"/>
            <ac:picMk id="9" creationId="{00000000-0000-0000-0000-000000000000}"/>
          </ac:picMkLst>
        </pc:picChg>
        <pc:picChg chg="mod">
          <ac:chgData name="RupaSree Raavi" userId="23936834a7298bdb" providerId="LiveId" clId="{681A8BA4-BDA6-4C2F-86A8-29E696F12BBE}" dt="2026-08-18T04:58:46.037" v="485" actId="1076"/>
          <ac:picMkLst>
            <pc:docMk/>
            <pc:sldMk cId="0" sldId="261"/>
            <ac:picMk id="15" creationId="{00000000-0000-0000-0000-000000000000}"/>
          </ac:picMkLst>
        </pc:picChg>
        <pc:picChg chg="del">
          <ac:chgData name="RupaSree Raavi" userId="23936834a7298bdb" providerId="LiveId" clId="{681A8BA4-BDA6-4C2F-86A8-29E696F12BBE}" dt="2026-08-18T04:57:34.202" v="469" actId="478"/>
          <ac:picMkLst>
            <pc:docMk/>
            <pc:sldMk cId="0" sldId="261"/>
            <ac:picMk id="54" creationId="{00000000-0000-0000-0000-000000000000}"/>
          </ac:picMkLst>
        </pc:picChg>
      </pc:sldChg>
      <pc:sldChg chg="addSp modSp new mod">
        <pc:chgData name="RupaSree Raavi" userId="23936834a7298bdb" providerId="LiveId" clId="{681A8BA4-BDA6-4C2F-86A8-29E696F12BBE}" dt="2026-08-18T05:01:52.727" v="650" actId="14838"/>
        <pc:sldMkLst>
          <pc:docMk/>
          <pc:sldMk cId="1845661066" sldId="262"/>
        </pc:sldMkLst>
        <pc:spChg chg="add mod">
          <ac:chgData name="RupaSree Raavi" userId="23936834a7298bdb" providerId="LiveId" clId="{681A8BA4-BDA6-4C2F-86A8-29E696F12BBE}" dt="2026-08-18T05:01:52.727" v="650" actId="14838"/>
          <ac:spMkLst>
            <pc:docMk/>
            <pc:sldMk cId="1845661066" sldId="262"/>
            <ac:spMk id="2" creationId="{80805D01-09DE-9AF8-EF3A-F7D8A958BC7C}"/>
          </ac:spMkLst>
        </pc:spChg>
      </pc:sldChg>
      <pc:sldChg chg="del">
        <pc:chgData name="RupaSree Raavi" userId="23936834a7298bdb" providerId="LiveId" clId="{681A8BA4-BDA6-4C2F-86A8-29E696F12BBE}" dt="2026-08-18T04:40:20.270" v="4" actId="47"/>
        <pc:sldMkLst>
          <pc:docMk/>
          <pc:sldMk cId="2310462454" sldId="262"/>
        </pc:sldMkLst>
      </pc:sldChg>
      <pc:sldChg chg="add del">
        <pc:chgData name="RupaSree Raavi" userId="23936834a7298bdb" providerId="LiveId" clId="{681A8BA4-BDA6-4C2F-86A8-29E696F12BBE}" dt="2026-08-18T04:39:58.399" v="2"/>
        <pc:sldMkLst>
          <pc:docMk/>
          <pc:sldMk cId="0" sldId="263"/>
        </pc:sldMkLst>
      </pc:sldChg>
      <pc:sldMasterChg chg="delSldLayout">
        <pc:chgData name="RupaSree Raavi" userId="23936834a7298bdb" providerId="LiveId" clId="{681A8BA4-BDA6-4C2F-86A8-29E696F12BBE}" dt="2026-08-18T04:40:20.270" v="4" actId="47"/>
        <pc:sldMasterMkLst>
          <pc:docMk/>
          <pc:sldMasterMk cId="0" sldId="2147483648"/>
        </pc:sldMasterMkLst>
        <pc:sldLayoutChg chg="del">
          <pc:chgData name="RupaSree Raavi" userId="23936834a7298bdb" providerId="LiveId" clId="{681A8BA4-BDA6-4C2F-86A8-29E696F12BBE}" dt="2026-08-18T04:40:20.270" v="4" actId="47"/>
          <pc:sldLayoutMkLst>
            <pc:docMk/>
            <pc:sldMasterMk cId="0" sldId="2147483648"/>
            <pc:sldLayoutMk cId="2798983091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18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68789" y="1585800"/>
            <a:ext cx="10054421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Actor-Critic Methods for Real-Time Intelligent Systems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oogle Shape;100;p13" descr="SSE-Computer Science and Engineering">
            <a:extLst>
              <a:ext uri="{FF2B5EF4-FFF2-40B4-BE49-F238E27FC236}">
                <a16:creationId xmlns:a16="http://schemas.microsoft.com/office/drawing/2014/main" id="{4572549F-D4C5-7601-A3BD-C4F3F06206E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2948" y="164156"/>
            <a:ext cx="10949293" cy="125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DC94A625-46A0-B363-7B89-A8F825005944}"/>
              </a:ext>
            </a:extLst>
          </p:cNvPr>
          <p:cNvSpPr/>
          <p:nvPr/>
        </p:nvSpPr>
        <p:spPr>
          <a:xfrm>
            <a:off x="2270155" y="3506040"/>
            <a:ext cx="7181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5FA8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MLA0301- REINFORCEMENT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C36CAA-4DF7-60F2-5E8B-16C9F780E755}"/>
              </a:ext>
            </a:extLst>
          </p:cNvPr>
          <p:cNvSpPr txBox="1"/>
          <p:nvPr/>
        </p:nvSpPr>
        <p:spPr>
          <a:xfrm>
            <a:off x="631466" y="4872432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Dr. G. A. Senthil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08D55-1EC1-10EF-6DAB-5FA4B927B589}"/>
              </a:ext>
            </a:extLst>
          </p:cNvPr>
          <p:cNvSpPr txBox="1"/>
          <p:nvPr/>
        </p:nvSpPr>
        <p:spPr>
          <a:xfrm>
            <a:off x="8294026" y="4906420"/>
            <a:ext cx="32773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R. Rupa Sree 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(192472122)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069080" y="44699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6C3F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D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Actor-Critic Method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1F2D6B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9" name="Image 1" descr="/home/claude/actor_critic/icons/theater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726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724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Decides which action to take.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Learns and improves the policy.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389120" y="2029968"/>
            <a:ext cx="548640" cy="548640"/>
          </a:xfrm>
          <a:prstGeom prst="ellipse">
            <a:avLst/>
          </a:prstGeom>
          <a:solidFill>
            <a:srgbClr val="C96A1E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14" name="Image 2" descr="/home/claude/actor_critic/icons/ga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766" y="2172614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3891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how good the action was.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Helps the Actor improve future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48640" y="3913632"/>
            <a:ext cx="7040880" cy="1417320"/>
          </a:xfrm>
          <a:prstGeom prst="roundRect">
            <a:avLst>
              <a:gd name="adj" fmla="val 7742"/>
            </a:avLst>
          </a:prstGeom>
          <a:solidFill>
            <a:srgbClr val="1F2D6B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6C3FA0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19" name="Image 3" descr="/home/claude/actor_critic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23367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041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BB8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371600" y="431596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 robot sees an obstacle → Actor chooses "Right" → robot receives a reward → Critic evaluates the action → Actor learns whether "Right" was a good decision.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32778" y="5641848"/>
            <a:ext cx="7040880" cy="594360"/>
          </a:xfrm>
          <a:prstGeom prst="roundRect">
            <a:avLst>
              <a:gd name="adj" fmla="val 15385"/>
            </a:avLst>
          </a:prstGeom>
          <a:solidFill>
            <a:srgbClr val="EFEAFB"/>
          </a:solidFill>
          <a:ln/>
        </p:spPr>
      </p:sp>
      <p:sp>
        <p:nvSpPr>
          <p:cNvPr id="23" name="Text 17"/>
          <p:cNvSpPr/>
          <p:nvPr/>
        </p:nvSpPr>
        <p:spPr>
          <a:xfrm>
            <a:off x="532778" y="563270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Decides    |    </a:t>
            </a: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Evaluates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891272" y="1480414"/>
            <a:ext cx="3703320" cy="4617720"/>
          </a:xfrm>
          <a:prstGeom prst="roundRect">
            <a:avLst>
              <a:gd name="adj" fmla="val 2963"/>
            </a:avLst>
          </a:prstGeom>
          <a:solidFill>
            <a:srgbClr val="F7F5FC"/>
          </a:solidFill>
          <a:ln w="12700">
            <a:solidFill>
              <a:srgbClr val="D8D8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110728" y="2011680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5B5B6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110728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9756648" y="2382926"/>
            <a:ext cx="0" cy="67666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110728" y="2456078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1F2D6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110728" y="245607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756648" y="2827325"/>
            <a:ext cx="0" cy="67666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110728" y="2900477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1F2D6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110728" y="290047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9756648" y="3271723"/>
            <a:ext cx="0" cy="67666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110728" y="3344875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5B5B6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110728" y="3344875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9756648" y="3716122"/>
            <a:ext cx="0" cy="67666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110728" y="3789274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2F7A5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110728" y="378927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9756648" y="4160520"/>
            <a:ext cx="0" cy="67666"/>
          </a:xfrm>
          <a:prstGeom prst="line">
            <a:avLst/>
          </a:prstGeom>
          <a:noFill/>
          <a:ln w="25400">
            <a:solidFill>
              <a:srgbClr val="2F7A5F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8110728" y="4233672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C96A1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110728" y="4233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9756648" y="4604918"/>
            <a:ext cx="0" cy="67666"/>
          </a:xfrm>
          <a:prstGeom prst="line">
            <a:avLst/>
          </a:prstGeom>
          <a:noFill/>
          <a:ln w="25400">
            <a:solidFill>
              <a:srgbClr val="C96A1E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8110728" y="4678070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7780">
            <a:solidFill>
              <a:srgbClr val="C96A1E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110728" y="467807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9"/>
          <p:cNvSpPr/>
          <p:nvPr/>
        </p:nvSpPr>
        <p:spPr>
          <a:xfrm>
            <a:off x="9756648" y="5049317"/>
            <a:ext cx="0" cy="67666"/>
          </a:xfrm>
          <a:prstGeom prst="line">
            <a:avLst/>
          </a:prstGeom>
          <a:noFill/>
          <a:ln w="25400">
            <a:solidFill>
              <a:srgbClr val="C96A1E"/>
            </a:solidFill>
            <a:prstDash val="solid"/>
            <a:tailEnd type="triangle"/>
          </a:ln>
        </p:spPr>
      </p:sp>
      <p:sp>
        <p:nvSpPr>
          <p:cNvPr id="46" name="Shape 40"/>
          <p:cNvSpPr/>
          <p:nvPr/>
        </p:nvSpPr>
        <p:spPr>
          <a:xfrm>
            <a:off x="8110728" y="5122469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6C3FA0"/>
          </a:solidFill>
          <a:ln w="17780">
            <a:solidFill>
              <a:srgbClr val="6C3FA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110728" y="5122469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Improves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67512" y="491537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 Actor-Critic (A2C)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19751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1F2D6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BB8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724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Robot sees an obstacle: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7240" y="532180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F7A5F"/>
          </a:solidFill>
          <a:ln/>
        </p:spPr>
      </p:sp>
      <p:sp>
        <p:nvSpPr>
          <p:cNvPr id="20" name="Shape 17"/>
          <p:cNvSpPr/>
          <p:nvPr/>
        </p:nvSpPr>
        <p:spPr>
          <a:xfrm>
            <a:off x="868680" y="5394960"/>
            <a:ext cx="347472" cy="347472"/>
          </a:xfrm>
          <a:prstGeom prst="ellipse">
            <a:avLst/>
          </a:prstGeom>
          <a:solidFill>
            <a:srgbClr val="1E5A44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21" name="Image 1" descr="/home/claude/actor_critic/icons/thumbs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5485303"/>
            <a:ext cx="166787" cy="16678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80160" y="5321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Left → Good Reward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246120" y="532180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8A2E4C"/>
          </a:solidFill>
          <a:ln/>
        </p:spPr>
      </p:sp>
      <p:sp>
        <p:nvSpPr>
          <p:cNvPr id="24" name="Shape 20"/>
          <p:cNvSpPr/>
          <p:nvPr/>
        </p:nvSpPr>
        <p:spPr>
          <a:xfrm>
            <a:off x="3337560" y="5394960"/>
            <a:ext cx="347472" cy="347472"/>
          </a:xfrm>
          <a:prstGeom prst="ellipse">
            <a:avLst/>
          </a:prstGeom>
          <a:solidFill>
            <a:srgbClr val="5E1E33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25" name="Image 2" descr="/home/claude/actor_critic/icons/thumbs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903" y="5485303"/>
            <a:ext cx="166787" cy="16678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49040" y="5321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Right → Poor Reward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777240" y="58887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D9D9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Critic identifies the better action and the Actor learns to prefer it in similar situations.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096000" y="1435608"/>
            <a:ext cx="5516880" cy="4617720"/>
          </a:xfrm>
          <a:prstGeom prst="roundRect">
            <a:avLst>
              <a:gd name="adj" fmla="val 2376"/>
            </a:avLst>
          </a:prstGeom>
          <a:solidFill>
            <a:srgbClr val="F7F5FC"/>
          </a:solidFill>
          <a:ln w="12700">
            <a:solidFill>
              <a:srgbClr val="D8D8E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2011680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B5B6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55080" y="2011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801100" y="2401214"/>
            <a:ext cx="0" cy="71323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6355080" y="2478024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2D6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55080" y="24780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8801100" y="2867558"/>
            <a:ext cx="0" cy="71323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355080" y="2944368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2D6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55080" y="29443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8801100" y="3333902"/>
            <a:ext cx="0" cy="71323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6355080" y="3410712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5B5B6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55080" y="34107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8801100" y="3800246"/>
            <a:ext cx="0" cy="71323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6355080" y="3877056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F7A5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55080" y="38770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8"/>
          <p:cNvSpPr/>
          <p:nvPr/>
        </p:nvSpPr>
        <p:spPr>
          <a:xfrm>
            <a:off x="8801100" y="4266590"/>
            <a:ext cx="0" cy="71323"/>
          </a:xfrm>
          <a:prstGeom prst="line">
            <a:avLst/>
          </a:prstGeom>
          <a:noFill/>
          <a:ln w="25400">
            <a:solidFill>
              <a:srgbClr val="2F7A5F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6355080" y="4343400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96A1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355080" y="43434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8801100" y="4732934"/>
            <a:ext cx="0" cy="71323"/>
          </a:xfrm>
          <a:prstGeom prst="line">
            <a:avLst/>
          </a:prstGeom>
          <a:noFill/>
          <a:ln w="25400">
            <a:solidFill>
              <a:srgbClr val="C96A1E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6355080" y="4809744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96A1E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355080" y="48097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8801100" y="5199278"/>
            <a:ext cx="0" cy="71323"/>
          </a:xfrm>
          <a:prstGeom prst="line">
            <a:avLst/>
          </a:prstGeom>
          <a:noFill/>
          <a:ln w="25400">
            <a:solidFill>
              <a:srgbClr val="C96A1E"/>
            </a:solidFill>
            <a:prstDash val="solid"/>
            <a:tailEnd type="triangle"/>
          </a:ln>
        </p:spPr>
      </p:sp>
      <p:sp>
        <p:nvSpPr>
          <p:cNvPr id="50" name="Shape 45"/>
          <p:cNvSpPr/>
          <p:nvPr/>
        </p:nvSpPr>
        <p:spPr>
          <a:xfrm>
            <a:off x="6355080" y="5276088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6C3FA0"/>
          </a:solidFill>
          <a:ln w="17780">
            <a:solidFill>
              <a:srgbClr val="6C3FA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355080" y="52760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Updates Policy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39A21C-701B-4503-35B4-1F6229297395}"/>
              </a:ext>
            </a:extLst>
          </p:cNvPr>
          <p:cNvSpPr txBox="1"/>
          <p:nvPr/>
        </p:nvSpPr>
        <p:spPr>
          <a:xfrm>
            <a:off x="545913" y="1406364"/>
            <a:ext cx="5397687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 is an Actor-Critic method that uses an advantage estimate.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advantage tells the agent whether an action was better or worse than expected.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Actor uses this information to improve its policy.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actions become more likely, while poor actions become less likely.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1261872" y="384047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Asynchronous Advantage Actor-Critic (A3C)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406" y="1554481"/>
            <a:ext cx="4320540" cy="354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A3C uses multiple agents (workers) learning in parallel.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worker interacts with its own copy of the environment.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 workers collect different experiences.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Worker updates help improve one shared model.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Parallel learning gives more diverse experience and can speed up training.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6965" y="5468112"/>
            <a:ext cx="7605487" cy="1152140"/>
          </a:xfrm>
          <a:prstGeom prst="roundRect">
            <a:avLst>
              <a:gd name="adj" fmla="val 7273"/>
            </a:avLst>
          </a:prstGeom>
          <a:solidFill>
            <a:srgbClr val="1F2D6B"/>
          </a:solidFill>
          <a:ln/>
        </p:spPr>
      </p:sp>
      <p:sp>
        <p:nvSpPr>
          <p:cNvPr id="19" name="Shape 16"/>
          <p:cNvSpPr/>
          <p:nvPr/>
        </p:nvSpPr>
        <p:spPr>
          <a:xfrm>
            <a:off x="835743" y="5772607"/>
            <a:ext cx="411480" cy="411480"/>
          </a:xfrm>
          <a:prstGeom prst="ellipse">
            <a:avLst/>
          </a:prstGeom>
          <a:solidFill>
            <a:srgbClr val="6C3FA0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20" name="Image 1" descr="/home/claude/actor_critic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8" y="5879592"/>
            <a:ext cx="197510" cy="19751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36000" y="56327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BB8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EXAMPLE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436000" y="5689486"/>
            <a:ext cx="644521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Several robots can learn navigation at the same time. Each robot meets different obstacles and paths, and their experiences improve the shared model.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48640" y="6473952"/>
            <a:ext cx="4160520" cy="0"/>
          </a:xfrm>
          <a:prstGeom prst="roundRect">
            <a:avLst/>
          </a:prstGeom>
          <a:ln/>
        </p:spPr>
      </p:sp>
      <p:sp>
        <p:nvSpPr>
          <p:cNvPr id="25" name="Shape 21"/>
          <p:cNvSpPr/>
          <p:nvPr/>
        </p:nvSpPr>
        <p:spPr>
          <a:xfrm>
            <a:off x="6880860" y="21031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F2D6B"/>
          </a:solidFill>
          <a:ln/>
        </p:spPr>
      </p:sp>
      <p:sp>
        <p:nvSpPr>
          <p:cNvPr id="26" name="Text 22"/>
          <p:cNvSpPr/>
          <p:nvPr/>
        </p:nvSpPr>
        <p:spPr>
          <a:xfrm>
            <a:off x="68808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252460" y="2651760"/>
            <a:ext cx="0" cy="164592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20740" y="2816352"/>
            <a:ext cx="4663440" cy="0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20740" y="2816352"/>
            <a:ext cx="0" cy="429768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8252460" y="2816352"/>
            <a:ext cx="0" cy="429768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10584180" y="2816352"/>
            <a:ext cx="0" cy="429768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5143500" y="32461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D6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143500" y="3355848"/>
            <a:ext cx="548640" cy="548640"/>
          </a:xfrm>
          <a:prstGeom prst="ellipse">
            <a:avLst/>
          </a:prstGeom>
          <a:solidFill>
            <a:srgbClr val="1F2D6B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34" name="Image 2" descr="/home/claude/actor_critic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146" y="3498494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783580" y="3465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Worker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7338060" y="3246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F7A5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75220" y="3355848"/>
            <a:ext cx="548640" cy="548640"/>
          </a:xfrm>
          <a:prstGeom prst="ellipse">
            <a:avLst/>
          </a:prstGeom>
          <a:solidFill>
            <a:srgbClr val="2F7A5F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38" name="Image 3" descr="/home/claude/actor_critic/icons/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866" y="3498494"/>
            <a:ext cx="263347" cy="263347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115300" y="3465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Worker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9669780" y="3246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96A1E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806940" y="3355848"/>
            <a:ext cx="548640" cy="548640"/>
          </a:xfrm>
          <a:prstGeom prst="ellipse">
            <a:avLst/>
          </a:prstGeom>
          <a:solidFill>
            <a:srgbClr val="C96A1E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42" name="Image 4" descr="/home/claude/actor_critic/icons/gamep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9586" y="3498494"/>
            <a:ext cx="263347" cy="263347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0447020" y="3465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Worker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5920740" y="4041648"/>
            <a:ext cx="0" cy="146304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8252460" y="4041648"/>
            <a:ext cx="0" cy="146304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10584180" y="4041648"/>
            <a:ext cx="0" cy="146304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5143500" y="4187952"/>
            <a:ext cx="1691640" cy="384048"/>
          </a:xfrm>
          <a:prstGeom prst="roundRect">
            <a:avLst>
              <a:gd name="adj" fmla="val 16667"/>
            </a:avLst>
          </a:prstGeom>
          <a:solidFill>
            <a:srgbClr val="ECE9F6"/>
          </a:solidFill>
          <a:ln w="12700">
            <a:solidFill>
              <a:srgbClr val="D8D8E4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00634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2"/>
          <p:cNvSpPr/>
          <p:nvPr/>
        </p:nvSpPr>
        <p:spPr>
          <a:xfrm>
            <a:off x="7338060" y="4187952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ECE9F6"/>
          </a:solidFill>
          <a:ln w="12700">
            <a:solidFill>
              <a:srgbClr val="D8D8E4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33806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4"/>
          <p:cNvSpPr/>
          <p:nvPr/>
        </p:nvSpPr>
        <p:spPr>
          <a:xfrm>
            <a:off x="9669780" y="4187952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ECE9F6"/>
          </a:solidFill>
          <a:ln w="12700">
            <a:solidFill>
              <a:srgbClr val="D8D8E4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669780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5920740" y="4572000"/>
            <a:ext cx="0" cy="146304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8252460" y="4572000"/>
            <a:ext cx="0" cy="146304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0584180" y="4572000"/>
            <a:ext cx="0" cy="146304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5920740" y="4718304"/>
            <a:ext cx="4663440" cy="0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8252460" y="4718304"/>
            <a:ext cx="0" cy="173736"/>
          </a:xfrm>
          <a:prstGeom prst="line">
            <a:avLst/>
          </a:prstGeom>
          <a:noFill/>
          <a:ln w="25400">
            <a:solidFill>
              <a:srgbClr val="6C3FA0"/>
            </a:solidFill>
            <a:prstDash val="solid"/>
            <a:tailEnd type="triangle"/>
          </a:ln>
        </p:spPr>
      </p:sp>
      <p:sp>
        <p:nvSpPr>
          <p:cNvPr id="58" name="Shape 51"/>
          <p:cNvSpPr/>
          <p:nvPr/>
        </p:nvSpPr>
        <p:spPr>
          <a:xfrm>
            <a:off x="6789420" y="48920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6C3FA0"/>
          </a:solidFill>
          <a:ln/>
        </p:spPr>
      </p:sp>
      <p:sp>
        <p:nvSpPr>
          <p:cNvPr id="59" name="Text 52"/>
          <p:cNvSpPr/>
          <p:nvPr/>
        </p:nvSpPr>
        <p:spPr>
          <a:xfrm>
            <a:off x="6789420" y="4892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78408" y="34817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Performance Evaluation of Actor-Critic Methods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2028" y="1159196"/>
            <a:ext cx="2788920" cy="118329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373446"/>
            <a:ext cx="457200" cy="457200"/>
          </a:xfrm>
          <a:prstGeom prst="ellipse">
            <a:avLst/>
          </a:prstGeom>
          <a:solidFill>
            <a:srgbClr val="1F2D6B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9" name="Image 1" descr="/home/claude/actor_critic/icons/tach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9231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3276" y="1324141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Speed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04886" y="1692347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quickly the agent learns.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83280" y="1168566"/>
            <a:ext cx="2788920" cy="1173920"/>
          </a:xfrm>
          <a:prstGeom prst="roundRect">
            <a:avLst>
              <a:gd name="adj" fmla="val 10000"/>
            </a:avLst>
          </a:prstGeom>
          <a:solidFill>
            <a:srgbClr val="E7F3EE"/>
          </a:solidFill>
          <a:ln/>
        </p:spPr>
      </p:sp>
      <p:sp>
        <p:nvSpPr>
          <p:cNvPr id="13" name="Shape 9"/>
          <p:cNvSpPr/>
          <p:nvPr/>
        </p:nvSpPr>
        <p:spPr>
          <a:xfrm>
            <a:off x="3543207" y="1345454"/>
            <a:ext cx="457200" cy="457200"/>
          </a:xfrm>
          <a:prstGeom prst="ellipse">
            <a:avLst/>
          </a:prstGeom>
          <a:solidFill>
            <a:srgbClr val="2F7A5F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14" name="Image 2" descr="/home/claude/actor_critic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268" y="1472891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9664" y="134601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103323" y="16726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well the agent performs over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549390" y="1166930"/>
            <a:ext cx="2788920" cy="1147084"/>
          </a:xfrm>
          <a:prstGeom prst="roundRect">
            <a:avLst>
              <a:gd name="adj" fmla="val 10000"/>
            </a:avLst>
          </a:prstGeom>
          <a:solidFill>
            <a:srgbClr val="FBEEE1"/>
          </a:solidFill>
          <a:ln/>
        </p:spPr>
      </p:sp>
      <p:sp>
        <p:nvSpPr>
          <p:cNvPr id="18" name="Shape 13"/>
          <p:cNvSpPr/>
          <p:nvPr/>
        </p:nvSpPr>
        <p:spPr>
          <a:xfrm>
            <a:off x="6592824" y="1387796"/>
            <a:ext cx="457200" cy="457200"/>
          </a:xfrm>
          <a:prstGeom prst="ellipse">
            <a:avLst/>
          </a:prstGeom>
          <a:solidFill>
            <a:srgbClr val="C96A1E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19" name="Image 3" descr="/home/claude/actor_critic/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907" y="151440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58050" y="1319773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273212" y="1679425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consistently the algorithm performs.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98348" y="258810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 vs A3C — Conceptual Comparison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2"/>
          <p:cNvSpPr/>
          <p:nvPr/>
        </p:nvSpPr>
        <p:spPr>
          <a:xfrm>
            <a:off x="7086600" y="2971800"/>
            <a:ext cx="0" cy="2834640"/>
          </a:xfrm>
          <a:prstGeom prst="line">
            <a:avLst/>
          </a:prstGeom>
          <a:noFill/>
          <a:ln w="19050">
            <a:solidFill>
              <a:srgbClr val="5B5B66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7086600" y="5806440"/>
            <a:ext cx="4114800" cy="0"/>
          </a:xfrm>
          <a:prstGeom prst="line">
            <a:avLst/>
          </a:prstGeom>
          <a:noFill/>
          <a:ln w="19050">
            <a:solidFill>
              <a:srgbClr val="5B5B66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7086600" y="5861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Steps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65"/>
          <p:cNvSpPr/>
          <p:nvPr/>
        </p:nvSpPr>
        <p:spPr>
          <a:xfrm rot="16200000">
            <a:off x="6112343" y="425831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66"/>
          <p:cNvSpPr/>
          <p:nvPr/>
        </p:nvSpPr>
        <p:spPr>
          <a:xfrm flipV="1">
            <a:off x="7086600" y="5574170"/>
            <a:ext cx="171450" cy="232270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 flipV="1">
            <a:off x="7258050" y="5362245"/>
            <a:ext cx="171450" cy="211925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 flipV="1">
            <a:off x="7429500" y="5168883"/>
            <a:ext cx="171450" cy="193362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 flipV="1">
            <a:off x="7600950" y="4992457"/>
            <a:ext cx="171450" cy="176426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 flipV="1">
            <a:off x="7772400" y="4831485"/>
            <a:ext cx="171450" cy="160972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 flipV="1">
            <a:off x="7943850" y="4684612"/>
            <a:ext cx="171450" cy="146873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 flipV="1">
            <a:off x="8115300" y="4550604"/>
            <a:ext cx="171450" cy="134008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 flipV="1">
            <a:off x="8286750" y="4428334"/>
            <a:ext cx="171450" cy="122270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 flipV="1">
            <a:off x="8458200" y="4316774"/>
            <a:ext cx="171450" cy="111560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 flipV="1">
            <a:off x="8629650" y="4214985"/>
            <a:ext cx="171450" cy="101789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 flipV="1">
            <a:off x="8801100" y="4122112"/>
            <a:ext cx="171450" cy="92873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 flipV="1">
            <a:off x="8972550" y="4037374"/>
            <a:ext cx="171450" cy="84738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 flipV="1">
            <a:off x="9144000" y="3960058"/>
            <a:ext cx="171450" cy="77316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 flipV="1">
            <a:off x="9315450" y="3889515"/>
            <a:ext cx="171450" cy="70544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 flipV="1">
            <a:off x="9486900" y="3825150"/>
            <a:ext cx="171450" cy="64365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 flipV="1">
            <a:off x="9658350" y="3766423"/>
            <a:ext cx="171450" cy="58727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 flipV="1">
            <a:off x="9829800" y="3712840"/>
            <a:ext cx="171450" cy="53583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 flipV="1">
            <a:off x="10001250" y="3663950"/>
            <a:ext cx="171450" cy="48890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 flipV="1">
            <a:off x="10172700" y="3619343"/>
            <a:ext cx="171450" cy="44607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 flipV="1">
            <a:off x="10344150" y="3578643"/>
            <a:ext cx="171450" cy="40700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 flipV="1">
            <a:off x="10515600" y="3541507"/>
            <a:ext cx="171450" cy="37135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 flipV="1">
            <a:off x="10687050" y="3507625"/>
            <a:ext cx="171450" cy="33883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 flipV="1">
            <a:off x="10858500" y="3476710"/>
            <a:ext cx="171450" cy="30915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 flipV="1">
            <a:off x="11029950" y="3448503"/>
            <a:ext cx="171450" cy="28207"/>
          </a:xfrm>
          <a:prstGeom prst="line">
            <a:avLst/>
          </a:prstGeom>
          <a:noFill/>
          <a:ln w="31750">
            <a:solidFill>
              <a:srgbClr val="1F2D6B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 flipV="1">
            <a:off x="7086600" y="5437071"/>
            <a:ext cx="171450" cy="369369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 flipV="1">
            <a:off x="7258050" y="5119152"/>
            <a:ext cx="171450" cy="317919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 flipV="1">
            <a:off x="7429500" y="4845517"/>
            <a:ext cx="171450" cy="273635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 flipV="1">
            <a:off x="7600950" y="4609997"/>
            <a:ext cx="171450" cy="235520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 flipV="1">
            <a:off x="7772400" y="4407283"/>
            <a:ext cx="171450" cy="202714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 flipV="1">
            <a:off x="7943850" y="4232805"/>
            <a:ext cx="171450" cy="174478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 flipV="1">
            <a:off x="8115300" y="4082631"/>
            <a:ext cx="171450" cy="150174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 flipV="1">
            <a:off x="8286750" y="3953375"/>
            <a:ext cx="171450" cy="129256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 flipV="1">
            <a:off x="8458200" y="3842123"/>
            <a:ext cx="171450" cy="111252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 flipV="1">
            <a:off x="8629650" y="3746368"/>
            <a:ext cx="171450" cy="95755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 flipV="1">
            <a:off x="8801100" y="3663950"/>
            <a:ext cx="171450" cy="82417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 flipV="1">
            <a:off x="8972550" y="3593013"/>
            <a:ext cx="171450" cy="70937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 flipV="1">
            <a:off x="9144000" y="3531957"/>
            <a:ext cx="171450" cy="61056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 flipV="1">
            <a:off x="9315450" y="3479405"/>
            <a:ext cx="171450" cy="52552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 flipV="1">
            <a:off x="9486900" y="3434173"/>
            <a:ext cx="171450" cy="45232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 flipV="1">
            <a:off x="9658350" y="3395242"/>
            <a:ext cx="171450" cy="38931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 flipV="1">
            <a:off x="9829800" y="3361734"/>
            <a:ext cx="171450" cy="33508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 flipV="1">
            <a:off x="10001250" y="3332893"/>
            <a:ext cx="171450" cy="28841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 flipV="1">
            <a:off x="10172700" y="3308069"/>
            <a:ext cx="171450" cy="24824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 flipV="1">
            <a:off x="10344150" y="3286703"/>
            <a:ext cx="171450" cy="21366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 flipV="1">
            <a:off x="10515600" y="3268314"/>
            <a:ext cx="171450" cy="18390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 flipV="1">
            <a:off x="10687050" y="3252485"/>
            <a:ext cx="171450" cy="15828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 flipV="1">
            <a:off x="10858500" y="3238862"/>
            <a:ext cx="171450" cy="13623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 flipV="1">
            <a:off x="11029950" y="3227136"/>
            <a:ext cx="171450" cy="11726"/>
          </a:xfrm>
          <a:prstGeom prst="line">
            <a:avLst/>
          </a:prstGeom>
          <a:noFill/>
          <a:ln w="31750">
            <a:solidFill>
              <a:srgbClr val="6C3FA0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7178040" y="2926080"/>
            <a:ext cx="274320" cy="54864"/>
          </a:xfrm>
          <a:prstGeom prst="rect">
            <a:avLst/>
          </a:prstGeom>
          <a:solidFill>
            <a:srgbClr val="1F2D6B"/>
          </a:solidFill>
          <a:ln/>
        </p:spPr>
      </p:sp>
      <p:sp>
        <p:nvSpPr>
          <p:cNvPr id="122" name="Text 115"/>
          <p:cNvSpPr/>
          <p:nvPr/>
        </p:nvSpPr>
        <p:spPr>
          <a:xfrm>
            <a:off x="7498080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116"/>
          <p:cNvSpPr/>
          <p:nvPr/>
        </p:nvSpPr>
        <p:spPr>
          <a:xfrm>
            <a:off x="8275320" y="2926080"/>
            <a:ext cx="274320" cy="54864"/>
          </a:xfrm>
          <a:prstGeom prst="rect">
            <a:avLst/>
          </a:prstGeom>
          <a:solidFill>
            <a:srgbClr val="6C3FA0"/>
          </a:solidFill>
          <a:ln/>
        </p:spPr>
      </p:sp>
      <p:sp>
        <p:nvSpPr>
          <p:cNvPr id="124" name="Text 117"/>
          <p:cNvSpPr/>
          <p:nvPr/>
        </p:nvSpPr>
        <p:spPr>
          <a:xfrm>
            <a:off x="8595360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3F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A3C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B6B340FF-6D96-38A0-B9B5-3BD2BBA9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31293"/>
              </p:ext>
            </p:extLst>
          </p:nvPr>
        </p:nvGraphicFramePr>
        <p:xfrm>
          <a:off x="362028" y="3071468"/>
          <a:ext cx="6038769" cy="3032760"/>
        </p:xfrm>
        <a:graphic>
          <a:graphicData uri="http://schemas.openxmlformats.org/drawingml/2006/table">
            <a:tbl>
              <a:tblPr firstRow="1" bandRow="1"/>
              <a:tblGrid>
                <a:gridCol w="2012923">
                  <a:extLst>
                    <a:ext uri="{9D8B030D-6E8A-4147-A177-3AD203B41FA5}">
                      <a16:colId xmlns:a16="http://schemas.microsoft.com/office/drawing/2014/main" val="2618094524"/>
                    </a:ext>
                  </a:extLst>
                </a:gridCol>
                <a:gridCol w="2012923">
                  <a:extLst>
                    <a:ext uri="{9D8B030D-6E8A-4147-A177-3AD203B41FA5}">
                      <a16:colId xmlns:a16="http://schemas.microsoft.com/office/drawing/2014/main" val="1068166940"/>
                    </a:ext>
                  </a:extLst>
                </a:gridCol>
                <a:gridCol w="2012923">
                  <a:extLst>
                    <a:ext uri="{9D8B030D-6E8A-4147-A177-3AD203B41FA5}">
                      <a16:colId xmlns:a16="http://schemas.microsoft.com/office/drawing/2014/main" val="2323276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02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Asynchronous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607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Coordinated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Workers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88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Synchronized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786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Coordinated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Diverse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Faster(Parallel)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853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1087763" y="481833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Industrial Applications of Actor-Critic Methods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618487"/>
            <a:ext cx="3246120" cy="1941271"/>
          </a:xfrm>
          <a:prstGeom prst="roundRect">
            <a:avLst>
              <a:gd name="adj" fmla="val 6486"/>
            </a:avLst>
          </a:prstGeom>
          <a:solidFill>
            <a:srgbClr val="EAF0FB"/>
          </a:solidFill>
          <a:ln/>
        </p:spPr>
      </p:sp>
      <p:sp>
        <p:nvSpPr>
          <p:cNvPr id="8" name="Shape 5"/>
          <p:cNvSpPr/>
          <p:nvPr/>
        </p:nvSpPr>
        <p:spPr>
          <a:xfrm>
            <a:off x="702717" y="1806854"/>
            <a:ext cx="502920" cy="502920"/>
          </a:xfrm>
          <a:prstGeom prst="ellipse">
            <a:avLst/>
          </a:prstGeom>
          <a:solidFill>
            <a:srgbClr val="1F2D6B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9" name="Image 1" descr="/home/claude/actor_critic/icons/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1899153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9714" y="1846285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Factory Robots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1520" y="244693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Selects robot movement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31520" y="29992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movement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931920" y="1618487"/>
            <a:ext cx="3246120" cy="1947673"/>
          </a:xfrm>
          <a:prstGeom prst="roundRect">
            <a:avLst>
              <a:gd name="adj" fmla="val 6486"/>
            </a:avLst>
          </a:prstGeom>
          <a:solidFill>
            <a:srgbClr val="E7F3EE"/>
          </a:solidFill>
          <a:ln/>
        </p:spPr>
      </p:sp>
      <p:sp>
        <p:nvSpPr>
          <p:cNvPr id="14" name="Shape 10"/>
          <p:cNvSpPr/>
          <p:nvPr/>
        </p:nvSpPr>
        <p:spPr>
          <a:xfrm>
            <a:off x="4054908" y="1796796"/>
            <a:ext cx="502920" cy="502920"/>
          </a:xfrm>
          <a:prstGeom prst="ellipse">
            <a:avLst/>
          </a:prstGeom>
          <a:solidFill>
            <a:srgbClr val="2F7A5F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15" name="Image 2" descr="/home/claude/actor_critic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093" y="189915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1846285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Warehouse Automation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114800" y="244693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Chooses picking / transport 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114800" y="29992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time and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246120" cy="2136710"/>
          </a:xfrm>
          <a:prstGeom prst="roundRect">
            <a:avLst>
              <a:gd name="adj" fmla="val 6486"/>
            </a:avLst>
          </a:prstGeom>
          <a:solidFill>
            <a:srgbClr val="FBEEE1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3822192"/>
            <a:ext cx="502920" cy="502920"/>
          </a:xfrm>
          <a:prstGeom prst="ellipse">
            <a:avLst/>
          </a:prstGeom>
          <a:solidFill>
            <a:srgbClr val="C96A1E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21" name="Image 3" descr="/home/claude/actor_critic/icons/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" y="39529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1520" y="4434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Adjusts machine parameters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13232" y="50337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system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931920" y="3657600"/>
            <a:ext cx="3246120" cy="2043404"/>
          </a:xfrm>
          <a:prstGeom prst="roundRect">
            <a:avLst>
              <a:gd name="adj" fmla="val 6486"/>
            </a:avLst>
          </a:prstGeom>
          <a:solidFill>
            <a:srgbClr val="EFEAFB"/>
          </a:solidFill>
          <a:ln/>
        </p:spPr>
      </p:sp>
      <p:sp>
        <p:nvSpPr>
          <p:cNvPr id="26" name="Shape 20"/>
          <p:cNvSpPr/>
          <p:nvPr/>
        </p:nvSpPr>
        <p:spPr>
          <a:xfrm>
            <a:off x="4096512" y="3822192"/>
            <a:ext cx="502920" cy="502920"/>
          </a:xfrm>
          <a:prstGeom prst="ellipse">
            <a:avLst/>
          </a:prstGeom>
          <a:solidFill>
            <a:srgbClr val="6C3FA0"/>
          </a:solidFill>
          <a:ln/>
          <a:effectLst>
            <a:outerShdw blurRad="76200" dist="25400" dir="5400000" algn="bl" rotWithShape="0">
              <a:srgbClr val="3A3A5C">
                <a:alpha val="18000"/>
              </a:srgbClr>
            </a:outerShdw>
          </a:effectLst>
        </p:spPr>
      </p:sp>
      <p:pic>
        <p:nvPicPr>
          <p:cNvPr id="27" name="Image 4" descr="/home/claude/actor_critic/icons/c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271" y="3952951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916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3F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114800" y="4434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Makes real-time decisions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4114800" y="49974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Critic: </a:t>
            </a:r>
            <a:r>
              <a:rPr lang="en-US" dirty="0">
                <a:solidFill>
                  <a:srgbClr val="2B2B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safety and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7772400" y="1828799"/>
            <a:ext cx="3840480" cy="3256385"/>
          </a:xfrm>
          <a:prstGeom prst="roundRect">
            <a:avLst>
              <a:gd name="adj" fmla="val 3117"/>
            </a:avLst>
          </a:prstGeom>
          <a:solidFill>
            <a:srgbClr val="F7F5FC"/>
          </a:solidFill>
          <a:ln w="12700">
            <a:solidFill>
              <a:srgbClr val="D8D8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7955280" y="1975104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5B5B6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955280" y="1975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9692640" y="2309774"/>
            <a:ext cx="0" cy="57607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7955280" y="2372868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1F2D6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955280" y="23728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Decides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9692640" y="2707538"/>
            <a:ext cx="0" cy="57607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7955280" y="2770632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1F2D6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955280" y="2770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Take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9692640" y="3105302"/>
            <a:ext cx="0" cy="57607"/>
          </a:xfrm>
          <a:prstGeom prst="line">
            <a:avLst/>
          </a:prstGeom>
          <a:noFill/>
          <a:ln w="25400">
            <a:solidFill>
              <a:srgbClr val="1F2D6B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7955280" y="3168396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5B5B66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955280" y="31683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9692640" y="3503066"/>
            <a:ext cx="0" cy="57607"/>
          </a:xfrm>
          <a:prstGeom prst="line">
            <a:avLst/>
          </a:prstGeom>
          <a:noFill/>
          <a:ln w="25400">
            <a:solidFill>
              <a:srgbClr val="5B5B66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7955280" y="3566160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2F7A5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955280" y="3566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7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39"/>
          <p:cNvSpPr/>
          <p:nvPr/>
        </p:nvSpPr>
        <p:spPr>
          <a:xfrm>
            <a:off x="9692640" y="3900830"/>
            <a:ext cx="0" cy="57607"/>
          </a:xfrm>
          <a:prstGeom prst="line">
            <a:avLst/>
          </a:prstGeom>
          <a:noFill/>
          <a:ln w="25400">
            <a:solidFill>
              <a:srgbClr val="2F7A5F"/>
            </a:solidFill>
            <a:prstDash val="solid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7955280" y="3963924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C96A1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955280" y="39639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6A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 Evaluates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2"/>
          <p:cNvSpPr/>
          <p:nvPr/>
        </p:nvSpPr>
        <p:spPr>
          <a:xfrm>
            <a:off x="9692640" y="4298594"/>
            <a:ext cx="0" cy="57607"/>
          </a:xfrm>
          <a:prstGeom prst="line">
            <a:avLst/>
          </a:prstGeom>
          <a:noFill/>
          <a:ln w="25400">
            <a:solidFill>
              <a:srgbClr val="C96A1E"/>
            </a:solidFill>
            <a:prstDash val="solid"/>
            <a:tailEnd type="triangle"/>
          </a:ln>
        </p:spPr>
      </p:sp>
      <p:sp>
        <p:nvSpPr>
          <p:cNvPr id="50" name="Shape 43"/>
          <p:cNvSpPr/>
          <p:nvPr/>
        </p:nvSpPr>
        <p:spPr>
          <a:xfrm>
            <a:off x="7955280" y="4361688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6C3FA0"/>
          </a:solidFill>
          <a:ln w="16510">
            <a:solidFill>
              <a:srgbClr val="6C3FA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955280" y="4361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Improves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5B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805D01-09DE-9AF8-EF3A-F7D8A958BC7C}"/>
              </a:ext>
            </a:extLst>
          </p:cNvPr>
          <p:cNvSpPr txBox="1"/>
          <p:nvPr/>
        </p:nvSpPr>
        <p:spPr>
          <a:xfrm>
            <a:off x="2286000" y="2445679"/>
            <a:ext cx="7791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66700" dir="5400000" sx="138000" sy="138000" algn="ctr" rotWithShape="0">
                    <a:schemeClr val="accent1">
                      <a:lumMod val="20000"/>
                      <a:lumOff val="80000"/>
                      <a:alpha val="99000"/>
                    </a:schemeClr>
                  </a:outerShdw>
                </a:effectLst>
                <a:latin typeface="Freestyle Script" panose="030804020302050B0404" pitchFamily="66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84566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458</Words>
  <Application>Microsoft Office PowerPoint</Application>
  <PresentationFormat>Widescreen</PresentationFormat>
  <Paragraphs>117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Freestyle Script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RupaSree Raavi</cp:lastModifiedBy>
  <cp:revision>2</cp:revision>
  <dcterms:created xsi:type="dcterms:W3CDTF">2026-08-17T06:13:22Z</dcterms:created>
  <dcterms:modified xsi:type="dcterms:W3CDTF">2026-08-18T05:01:58Z</dcterms:modified>
</cp:coreProperties>
</file>