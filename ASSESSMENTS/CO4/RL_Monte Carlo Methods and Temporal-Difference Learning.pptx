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4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C7AE26-02B6-4016-A938-5185FB0741C8}" v="5" dt="2026-08-18T04:35:44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paSree Raavi" userId="23936834a7298bdb" providerId="LiveId" clId="{681A8BA4-BDA6-4C2F-86A8-29E696F12BBE}"/>
    <pc:docChg chg="undo custSel addSld delSld modSld">
      <pc:chgData name="RupaSree Raavi" userId="23936834a7298bdb" providerId="LiveId" clId="{681A8BA4-BDA6-4C2F-86A8-29E696F12BBE}" dt="2026-08-18T04:35:46.929" v="91" actId="47"/>
      <pc:docMkLst>
        <pc:docMk/>
      </pc:docMkLst>
      <pc:sldChg chg="modSp add setBg">
        <pc:chgData name="RupaSree Raavi" userId="23936834a7298bdb" providerId="LiveId" clId="{681A8BA4-BDA6-4C2F-86A8-29E696F12BBE}" dt="2026-08-18T04:21:39.539" v="2"/>
        <pc:sldMkLst>
          <pc:docMk/>
          <pc:sldMk cId="0" sldId="256"/>
        </pc:sldMkLst>
        <pc:spChg chg="mod">
          <ac:chgData name="RupaSree Raavi" userId="23936834a7298bdb" providerId="LiveId" clId="{681A8BA4-BDA6-4C2F-86A8-29E696F12BBE}" dt="2026-08-18T04:21:39.539" v="2"/>
          <ac:spMkLst>
            <pc:docMk/>
            <pc:sldMk cId="0" sldId="256"/>
            <ac:spMk id="5" creationId="{00000000-0000-0000-0000-000000000000}"/>
          </ac:spMkLst>
        </pc:spChg>
      </pc:sldChg>
      <pc:sldChg chg="del">
        <pc:chgData name="RupaSree Raavi" userId="23936834a7298bdb" providerId="LiveId" clId="{681A8BA4-BDA6-4C2F-86A8-29E696F12BBE}" dt="2026-08-18T04:21:36.418" v="1" actId="47"/>
        <pc:sldMkLst>
          <pc:docMk/>
          <pc:sldMk cId="2310462454" sldId="257"/>
        </pc:sldMkLst>
      </pc:sldChg>
      <pc:sldChg chg="addSp delSp modSp mod">
        <pc:chgData name="RupaSree Raavi" userId="23936834a7298bdb" providerId="LiveId" clId="{681A8BA4-BDA6-4C2F-86A8-29E696F12BBE}" dt="2026-08-18T04:31:16.219" v="42" actId="1076"/>
        <pc:sldMkLst>
          <pc:docMk/>
          <pc:sldMk cId="4153100203" sldId="258"/>
        </pc:sldMkLst>
        <pc:spChg chg="add mod">
          <ac:chgData name="RupaSree Raavi" userId="23936834a7298bdb" providerId="LiveId" clId="{681A8BA4-BDA6-4C2F-86A8-29E696F12BBE}" dt="2026-08-18T04:23:16.836" v="22" actId="1076"/>
          <ac:spMkLst>
            <pc:docMk/>
            <pc:sldMk cId="4153100203" sldId="258"/>
            <ac:spMk id="3" creationId="{A4DC7C85-09FC-2E31-FF03-A3F78C0168D5}"/>
          </ac:spMkLst>
        </pc:spChg>
        <pc:spChg chg="add mod">
          <ac:chgData name="RupaSree Raavi" userId="23936834a7298bdb" providerId="LiveId" clId="{681A8BA4-BDA6-4C2F-86A8-29E696F12BBE}" dt="2026-08-18T04:31:16.219" v="42" actId="1076"/>
          <ac:spMkLst>
            <pc:docMk/>
            <pc:sldMk cId="4153100203" sldId="258"/>
            <ac:spMk id="4" creationId="{925EF76E-D00A-D4C4-AA80-70C8D0ED9D2F}"/>
          </ac:spMkLst>
        </pc:spChg>
        <pc:spChg chg="del">
          <ac:chgData name="RupaSree Raavi" userId="23936834a7298bdb" providerId="LiveId" clId="{681A8BA4-BDA6-4C2F-86A8-29E696F12BBE}" dt="2026-08-18T04:23:09.978" v="21" actId="478"/>
          <ac:spMkLst>
            <pc:docMk/>
            <pc:sldMk cId="4153100203" sldId="258"/>
            <ac:spMk id="8" creationId="{EA922DB8-B31E-5DBE-5C9B-F5A2027A1C94}"/>
          </ac:spMkLst>
        </pc:spChg>
        <pc:spChg chg="del mod">
          <ac:chgData name="RupaSree Raavi" userId="23936834a7298bdb" providerId="LiveId" clId="{681A8BA4-BDA6-4C2F-86A8-29E696F12BBE}" dt="2026-08-18T04:30:46.131" v="23" actId="478"/>
          <ac:spMkLst>
            <pc:docMk/>
            <pc:sldMk cId="4153100203" sldId="258"/>
            <ac:spMk id="11" creationId="{DE5E6A4C-A739-72C1-5F4D-926393303DE2}"/>
          </ac:spMkLst>
        </pc:spChg>
        <pc:spChg chg="mod">
          <ac:chgData name="RupaSree Raavi" userId="23936834a7298bdb" providerId="LiveId" clId="{681A8BA4-BDA6-4C2F-86A8-29E696F12BBE}" dt="2026-08-18T04:23:05.886" v="19" actId="14100"/>
          <ac:spMkLst>
            <pc:docMk/>
            <pc:sldMk cId="4153100203" sldId="258"/>
            <ac:spMk id="14" creationId="{7F72F4E3-4C84-E65A-1823-83CC58361EBC}"/>
          </ac:spMkLst>
        </pc:spChg>
        <pc:picChg chg="del">
          <ac:chgData name="RupaSree Raavi" userId="23936834a7298bdb" providerId="LiveId" clId="{681A8BA4-BDA6-4C2F-86A8-29E696F12BBE}" dt="2026-08-18T04:22:48.945" v="14" actId="478"/>
          <ac:picMkLst>
            <pc:docMk/>
            <pc:sldMk cId="4153100203" sldId="258"/>
            <ac:picMk id="5" creationId="{0882770D-83A1-359B-349A-5BF503F70621}"/>
          </ac:picMkLst>
        </pc:picChg>
        <pc:picChg chg="del">
          <ac:chgData name="RupaSree Raavi" userId="23936834a7298bdb" providerId="LiveId" clId="{681A8BA4-BDA6-4C2F-86A8-29E696F12BBE}" dt="2026-08-18T04:22:50.816" v="15" actId="478"/>
          <ac:picMkLst>
            <pc:docMk/>
            <pc:sldMk cId="4153100203" sldId="258"/>
            <ac:picMk id="6" creationId="{D6EAE5E3-2B46-7918-AA18-DE5CD6CE3767}"/>
          </ac:picMkLst>
        </pc:picChg>
      </pc:sldChg>
      <pc:sldChg chg="delSp modSp mod">
        <pc:chgData name="RupaSree Raavi" userId="23936834a7298bdb" providerId="LiveId" clId="{681A8BA4-BDA6-4C2F-86A8-29E696F12BBE}" dt="2026-08-18T04:34:18.392" v="72" actId="478"/>
        <pc:sldMkLst>
          <pc:docMk/>
          <pc:sldMk cId="152707090" sldId="259"/>
        </pc:sldMkLst>
        <pc:spChg chg="del">
          <ac:chgData name="RupaSree Raavi" userId="23936834a7298bdb" providerId="LiveId" clId="{681A8BA4-BDA6-4C2F-86A8-29E696F12BBE}" dt="2026-08-18T04:34:18.392" v="72" actId="478"/>
          <ac:spMkLst>
            <pc:docMk/>
            <pc:sldMk cId="152707090" sldId="259"/>
            <ac:spMk id="4" creationId="{B998FAE4-AAB3-3450-D43E-5CECB5166048}"/>
          </ac:spMkLst>
        </pc:spChg>
        <pc:spChg chg="mod">
          <ac:chgData name="RupaSree Raavi" userId="23936834a7298bdb" providerId="LiveId" clId="{681A8BA4-BDA6-4C2F-86A8-29E696F12BBE}" dt="2026-08-18T04:32:18.273" v="51" actId="1076"/>
          <ac:spMkLst>
            <pc:docMk/>
            <pc:sldMk cId="152707090" sldId="259"/>
            <ac:spMk id="5" creationId="{9B3FB29A-A008-DFA8-ADE7-DC8ACB260A96}"/>
          </ac:spMkLst>
        </pc:spChg>
        <pc:spChg chg="mod">
          <ac:chgData name="RupaSree Raavi" userId="23936834a7298bdb" providerId="LiveId" clId="{681A8BA4-BDA6-4C2F-86A8-29E696F12BBE}" dt="2026-08-18T04:34:16.145" v="71" actId="14100"/>
          <ac:spMkLst>
            <pc:docMk/>
            <pc:sldMk cId="152707090" sldId="259"/>
            <ac:spMk id="8" creationId="{641DD480-1674-4049-3C2E-35E6DD4E46D1}"/>
          </ac:spMkLst>
        </pc:spChg>
        <pc:picChg chg="del">
          <ac:chgData name="RupaSree Raavi" userId="23936834a7298bdb" providerId="LiveId" clId="{681A8BA4-BDA6-4C2F-86A8-29E696F12BBE}" dt="2026-08-18T04:31:21.647" v="43" actId="478"/>
          <ac:picMkLst>
            <pc:docMk/>
            <pc:sldMk cId="152707090" sldId="259"/>
            <ac:picMk id="2" creationId="{8E735BAA-9075-EDD3-6DEE-6F73C86C54A2}"/>
          </ac:picMkLst>
        </pc:picChg>
        <pc:picChg chg="del">
          <ac:chgData name="RupaSree Raavi" userId="23936834a7298bdb" providerId="LiveId" clId="{681A8BA4-BDA6-4C2F-86A8-29E696F12BBE}" dt="2026-08-18T04:31:23.902" v="44" actId="478"/>
          <ac:picMkLst>
            <pc:docMk/>
            <pc:sldMk cId="152707090" sldId="259"/>
            <ac:picMk id="3" creationId="{120845E0-6E0C-F1C2-6E19-CE69C0D24E3B}"/>
          </ac:picMkLst>
        </pc:picChg>
      </pc:sldChg>
      <pc:sldChg chg="delSp modSp mod">
        <pc:chgData name="RupaSree Raavi" userId="23936834a7298bdb" providerId="LiveId" clId="{681A8BA4-BDA6-4C2F-86A8-29E696F12BBE}" dt="2026-08-18T04:34:22.686" v="73" actId="478"/>
        <pc:sldMkLst>
          <pc:docMk/>
          <pc:sldMk cId="556208559" sldId="260"/>
        </pc:sldMkLst>
        <pc:spChg chg="del">
          <ac:chgData name="RupaSree Raavi" userId="23936834a7298bdb" providerId="LiveId" clId="{681A8BA4-BDA6-4C2F-86A8-29E696F12BBE}" dt="2026-08-18T04:34:22.686" v="73" actId="478"/>
          <ac:spMkLst>
            <pc:docMk/>
            <pc:sldMk cId="556208559" sldId="260"/>
            <ac:spMk id="4" creationId="{4B592DD5-EE9D-0005-9159-5707F048D827}"/>
          </ac:spMkLst>
        </pc:spChg>
        <pc:spChg chg="mod">
          <ac:chgData name="RupaSree Raavi" userId="23936834a7298bdb" providerId="LiveId" clId="{681A8BA4-BDA6-4C2F-86A8-29E696F12BBE}" dt="2026-08-18T04:32:30.222" v="55" actId="207"/>
          <ac:spMkLst>
            <pc:docMk/>
            <pc:sldMk cId="556208559" sldId="260"/>
            <ac:spMk id="5" creationId="{FB1A22CA-4F0B-55B0-E9D5-8A2F0F64B7A3}"/>
          </ac:spMkLst>
        </pc:spChg>
        <pc:spChg chg="mod">
          <ac:chgData name="RupaSree Raavi" userId="23936834a7298bdb" providerId="LiveId" clId="{681A8BA4-BDA6-4C2F-86A8-29E696F12BBE}" dt="2026-08-18T04:32:49.810" v="58" actId="12"/>
          <ac:spMkLst>
            <pc:docMk/>
            <pc:sldMk cId="556208559" sldId="260"/>
            <ac:spMk id="7" creationId="{96B9AE2B-75E5-C913-D786-7CF5777722C2}"/>
          </ac:spMkLst>
        </pc:spChg>
        <pc:picChg chg="del">
          <ac:chgData name="RupaSree Raavi" userId="23936834a7298bdb" providerId="LiveId" clId="{681A8BA4-BDA6-4C2F-86A8-29E696F12BBE}" dt="2026-08-18T04:32:21.694" v="52" actId="478"/>
          <ac:picMkLst>
            <pc:docMk/>
            <pc:sldMk cId="556208559" sldId="260"/>
            <ac:picMk id="2" creationId="{225234C0-0336-709F-8535-412D879E946D}"/>
          </ac:picMkLst>
        </pc:picChg>
        <pc:picChg chg="del">
          <ac:chgData name="RupaSree Raavi" userId="23936834a7298bdb" providerId="LiveId" clId="{681A8BA4-BDA6-4C2F-86A8-29E696F12BBE}" dt="2026-08-18T04:32:23.616" v="53" actId="478"/>
          <ac:picMkLst>
            <pc:docMk/>
            <pc:sldMk cId="556208559" sldId="260"/>
            <ac:picMk id="3" creationId="{3578BC63-AFB0-D40B-1C6A-214FE6D6847A}"/>
          </ac:picMkLst>
        </pc:picChg>
      </pc:sldChg>
      <pc:sldChg chg="delSp modSp mod">
        <pc:chgData name="RupaSree Raavi" userId="23936834a7298bdb" providerId="LiveId" clId="{681A8BA4-BDA6-4C2F-86A8-29E696F12BBE}" dt="2026-08-18T04:34:27.633" v="74" actId="478"/>
        <pc:sldMkLst>
          <pc:docMk/>
          <pc:sldMk cId="795092533" sldId="261"/>
        </pc:sldMkLst>
        <pc:spChg chg="del">
          <ac:chgData name="RupaSree Raavi" userId="23936834a7298bdb" providerId="LiveId" clId="{681A8BA4-BDA6-4C2F-86A8-29E696F12BBE}" dt="2026-08-18T04:34:27.633" v="74" actId="478"/>
          <ac:spMkLst>
            <pc:docMk/>
            <pc:sldMk cId="795092533" sldId="261"/>
            <ac:spMk id="4" creationId="{A0E47E5F-2DA5-6A88-70C3-15B1877A3636}"/>
          </ac:spMkLst>
        </pc:spChg>
        <pc:spChg chg="mod">
          <ac:chgData name="RupaSree Raavi" userId="23936834a7298bdb" providerId="LiveId" clId="{681A8BA4-BDA6-4C2F-86A8-29E696F12BBE}" dt="2026-08-18T04:33:04.625" v="62" actId="207"/>
          <ac:spMkLst>
            <pc:docMk/>
            <pc:sldMk cId="795092533" sldId="261"/>
            <ac:spMk id="5" creationId="{C439F50E-8F58-148E-3F67-4572654AAF96}"/>
          </ac:spMkLst>
        </pc:spChg>
        <pc:spChg chg="mod">
          <ac:chgData name="RupaSree Raavi" userId="23936834a7298bdb" providerId="LiveId" clId="{681A8BA4-BDA6-4C2F-86A8-29E696F12BBE}" dt="2026-08-18T04:34:05.449" v="70" actId="14100"/>
          <ac:spMkLst>
            <pc:docMk/>
            <pc:sldMk cId="795092533" sldId="261"/>
            <ac:spMk id="25" creationId="{EF6FEC60-6F0F-1462-8F54-488E4D598058}"/>
          </ac:spMkLst>
        </pc:spChg>
        <pc:picChg chg="del">
          <ac:chgData name="RupaSree Raavi" userId="23936834a7298bdb" providerId="LiveId" clId="{681A8BA4-BDA6-4C2F-86A8-29E696F12BBE}" dt="2026-08-18T04:32:56.663" v="59" actId="478"/>
          <ac:picMkLst>
            <pc:docMk/>
            <pc:sldMk cId="795092533" sldId="261"/>
            <ac:picMk id="2" creationId="{AC5711E0-E576-F2A4-8FFC-E2C0B8902AA6}"/>
          </ac:picMkLst>
        </pc:picChg>
        <pc:picChg chg="del">
          <ac:chgData name="RupaSree Raavi" userId="23936834a7298bdb" providerId="LiveId" clId="{681A8BA4-BDA6-4C2F-86A8-29E696F12BBE}" dt="2026-08-18T04:32:58.513" v="60" actId="478"/>
          <ac:picMkLst>
            <pc:docMk/>
            <pc:sldMk cId="795092533" sldId="261"/>
            <ac:picMk id="3" creationId="{6EDF0DD6-8B26-B690-E310-0C8279CA79BE}"/>
          </ac:picMkLst>
        </pc:picChg>
      </pc:sldChg>
      <pc:sldChg chg="delSp modSp mod">
        <pc:chgData name="RupaSree Raavi" userId="23936834a7298bdb" providerId="LiveId" clId="{681A8BA4-BDA6-4C2F-86A8-29E696F12BBE}" dt="2026-08-18T04:35:24.496" v="87" actId="255"/>
        <pc:sldMkLst>
          <pc:docMk/>
          <pc:sldMk cId="1869551490" sldId="264"/>
        </pc:sldMkLst>
        <pc:spChg chg="mod">
          <ac:chgData name="RupaSree Raavi" userId="23936834a7298bdb" providerId="LiveId" clId="{681A8BA4-BDA6-4C2F-86A8-29E696F12BBE}" dt="2026-08-18T04:35:24.496" v="87" actId="255"/>
          <ac:spMkLst>
            <pc:docMk/>
            <pc:sldMk cId="1869551490" sldId="264"/>
            <ac:spMk id="5" creationId="{23B6922E-C524-40D8-E203-E68DEF580B20}"/>
          </ac:spMkLst>
        </pc:spChg>
        <pc:spChg chg="mod">
          <ac:chgData name="RupaSree Raavi" userId="23936834a7298bdb" providerId="LiveId" clId="{681A8BA4-BDA6-4C2F-86A8-29E696F12BBE}" dt="2026-08-18T04:34:39.780" v="78" actId="207"/>
          <ac:spMkLst>
            <pc:docMk/>
            <pc:sldMk cId="1869551490" sldId="264"/>
            <ac:spMk id="12" creationId="{0C31F217-0A31-73DD-1FD6-F871AD397D30}"/>
          </ac:spMkLst>
        </pc:spChg>
        <pc:graphicFrameChg chg="mod modGraphic">
          <ac:chgData name="RupaSree Raavi" userId="23936834a7298bdb" providerId="LiveId" clId="{681A8BA4-BDA6-4C2F-86A8-29E696F12BBE}" dt="2026-08-18T04:35:18.495" v="86" actId="113"/>
          <ac:graphicFrameMkLst>
            <pc:docMk/>
            <pc:sldMk cId="1869551490" sldId="264"/>
            <ac:graphicFrameMk id="2" creationId="{72268B9E-594E-595F-749B-43A487E0405B}"/>
          </ac:graphicFrameMkLst>
        </pc:graphicFrameChg>
        <pc:picChg chg="del">
          <ac:chgData name="RupaSree Raavi" userId="23936834a7298bdb" providerId="LiveId" clId="{681A8BA4-BDA6-4C2F-86A8-29E696F12BBE}" dt="2026-08-18T04:34:31.600" v="75" actId="478"/>
          <ac:picMkLst>
            <pc:docMk/>
            <pc:sldMk cId="1869551490" sldId="264"/>
            <ac:picMk id="9" creationId="{B3F49275-F0BB-AAFF-046F-6726C6DB7040}"/>
          </ac:picMkLst>
        </pc:picChg>
        <pc:picChg chg="del">
          <ac:chgData name="RupaSree Raavi" userId="23936834a7298bdb" providerId="LiveId" clId="{681A8BA4-BDA6-4C2F-86A8-29E696F12BBE}" dt="2026-08-18T04:34:33.465" v="76" actId="478"/>
          <ac:picMkLst>
            <pc:docMk/>
            <pc:sldMk cId="1869551490" sldId="264"/>
            <ac:picMk id="10" creationId="{5D7B773B-F756-AA89-1E1B-6A8A41B76993}"/>
          </ac:picMkLst>
        </pc:picChg>
      </pc:sldChg>
      <pc:sldChg chg="delSp new del mod modClrScheme chgLayout">
        <pc:chgData name="RupaSree Raavi" userId="23936834a7298bdb" providerId="LiveId" clId="{681A8BA4-BDA6-4C2F-86A8-29E696F12BBE}" dt="2026-08-18T04:35:46.929" v="91" actId="47"/>
        <pc:sldMkLst>
          <pc:docMk/>
          <pc:sldMk cId="1784155786" sldId="265"/>
        </pc:sldMkLst>
        <pc:spChg chg="del">
          <ac:chgData name="RupaSree Raavi" userId="23936834a7298bdb" providerId="LiveId" clId="{681A8BA4-BDA6-4C2F-86A8-29E696F12BBE}" dt="2026-08-18T04:35:33.002" v="89" actId="700"/>
          <ac:spMkLst>
            <pc:docMk/>
            <pc:sldMk cId="1784155786" sldId="265"/>
            <ac:spMk id="2" creationId="{88C2BFF2-B661-3351-2579-E176AD77C780}"/>
          </ac:spMkLst>
        </pc:spChg>
        <pc:spChg chg="del">
          <ac:chgData name="RupaSree Raavi" userId="23936834a7298bdb" providerId="LiveId" clId="{681A8BA4-BDA6-4C2F-86A8-29E696F12BBE}" dt="2026-08-18T04:35:33.002" v="89" actId="700"/>
          <ac:spMkLst>
            <pc:docMk/>
            <pc:sldMk cId="1784155786" sldId="265"/>
            <ac:spMk id="3" creationId="{5170F46A-E6AA-70D5-8E96-5D18977E6F8A}"/>
          </ac:spMkLst>
        </pc:spChg>
      </pc:sldChg>
      <pc:sldChg chg="add">
        <pc:chgData name="RupaSree Raavi" userId="23936834a7298bdb" providerId="LiveId" clId="{681A8BA4-BDA6-4C2F-86A8-29E696F12BBE}" dt="2026-08-18T04:35:44.932" v="90"/>
        <pc:sldMkLst>
          <pc:docMk/>
          <pc:sldMk cId="666234135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12EF8-B2DB-479D-A908-E088D36F90A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3F7AB-C81C-4519-A6C2-FDFFAACE18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50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44FC7-279C-E3A9-2290-F8F75EA61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CF8AB-2294-06F9-B1B3-E84235EF49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CCF2F-8D2B-12F8-C3B2-42B97B560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9D5D-F19A-4418-9487-F3A635EDF41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9D07B-620A-CECF-295F-72FC97C0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B74EE-3024-7E57-B3C7-A82AC7A0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2DA7-97FD-4409-8EA6-BDF995B6C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86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981D8-782B-5A02-2407-C5226296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9CE05-FBCB-C961-A40E-C7D9A8FCD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434B8-910D-C155-E7C6-13ACC9ADF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9D5D-F19A-4418-9487-F3A635EDF41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DAF-B965-75A4-6F42-7F1F146B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77D56-DDF4-8005-1D89-3DB84C408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2DA7-97FD-4409-8EA6-BDF995B6C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99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7370-A6E2-ADDA-21E3-39083D856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4F227-7286-6A92-1076-2E53886A5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77B7E-076B-9B3B-F79B-C5767100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9D5D-F19A-4418-9487-F3A635EDF41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14E9D-9B74-647E-A4DB-ADDD8CB78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59AF8-167D-F646-D271-89EDC5326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2DA7-97FD-4409-8EA6-BDF995B6C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45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17D26-D2C1-6308-74B2-106071E8D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B6912-CA19-7C6B-1610-78DE774EE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9B3BE-6B14-6509-1619-4D9C2AA6B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FAF22-C22B-9751-EB3D-1671AB73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9D5D-F19A-4418-9487-F3A635EDF41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A9905-C098-608D-DB30-43A670016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7CDBE-DA65-9688-4FFF-5F4C93DE1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2DA7-97FD-4409-8EA6-BDF995B6C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156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D5BA-83AD-D987-651E-3605FEF6A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6D6FC-BDE1-9CD6-D411-CC7941A26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27961-3613-7E53-8DEC-2E71BB578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E8DCA-1B05-8512-30B6-70B6DD2AA6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BDBF2-BC2D-8C5C-FC3F-9D7D8A45F7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8A70FD-D5A8-97DD-CBBB-A6C45380B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9D5D-F19A-4418-9487-F3A635EDF41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0BB17-F03E-F37B-C25D-D69E8D491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8700C0-50E8-36AA-B499-D6068F504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2DA7-97FD-4409-8EA6-BDF995B6C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02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1B966-70FA-D5CC-CD96-5A1FD3A49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5B0415-2DC5-2141-3486-29D809C10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9D5D-F19A-4418-9487-F3A635EDF41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006767-0898-B074-81A5-29A748C4E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60341-52F3-BA36-68B3-A48D8A22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2DA7-97FD-4409-8EA6-BDF995B6C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11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1688FA-7FC6-8F28-ACF8-027597D4D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9D5D-F19A-4418-9487-F3A635EDF41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0AFEB-D8F8-8EA9-4C70-9F5E17B8C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500DF-41BC-1FB6-FB6F-F2100DA5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2DA7-97FD-4409-8EA6-BDF995B6C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857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0F76-C280-3B05-DCE4-7658413A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BC3E4-6F43-6589-2713-79E1803FD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F3E90-B970-A568-3B40-43C3F6C9B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589EA-9B9C-3A6A-77F1-801074370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9D5D-F19A-4418-9487-F3A635EDF41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87A3F-FC9C-6252-19A3-8FFF7295F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CFCFE-1DC9-5BCE-702A-00AE882E1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2DA7-97FD-4409-8EA6-BDF995B6C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45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802E-3800-4377-7B58-557E98983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4B798B-F302-F49B-7CA8-06A4957BEB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EBA17-5279-2C7F-E344-89B645F47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C3458-21BF-1AE0-5ED9-AAB4BEB7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9D5D-F19A-4418-9487-F3A635EDF41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97A43-2AF8-AF68-41C3-B3C754082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D1A8E-0C29-BBE5-9B2C-1917641C0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2DA7-97FD-4409-8EA6-BDF995B6C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12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7F25F-3583-8927-7803-C023B7031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B5DE9-49FD-DAD0-D833-1E7D2F006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98BEE-30C2-07F6-B966-E27ACA5C3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9D5D-F19A-4418-9487-F3A635EDF41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11B28-8224-D30D-6F1E-8139D5DD4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22F0C-6872-CF66-E52F-A532DCF5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2DA7-97FD-4409-8EA6-BDF995B6C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424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96752-4D1B-68C0-B5CE-936B39D2C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65D337-ECAB-D430-7424-9AA67E533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38203-3B27-42AD-45CB-B25884682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89D5D-F19A-4418-9487-F3A635EDF41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9B785-9E9F-DA8C-74CC-6CF5AA7C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F0D5C-D6D3-9CA8-ACAD-042A0D9F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12DA7-97FD-4409-8EA6-BDF995B6C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40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257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2B6B8B-80FA-4D03-77A3-6947092F7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0E10D-4973-0528-55F8-0852E3CC1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9D2CE-7491-A351-80F5-C07391DB5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89D5D-F19A-4418-9487-F3A635EDF41B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48FB3-4E4E-ECD9-F0C9-5E3AFEC00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1BC2C-D9BA-3D35-E5F7-4A4563B4A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12DA7-97FD-4409-8EA6-BDF995B6C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82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068789" y="1585800"/>
            <a:ext cx="10054421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Methods and Temporal-Difference Learning</a:t>
            </a:r>
          </a:p>
        </p:txBody>
      </p:sp>
      <p:pic>
        <p:nvPicPr>
          <p:cNvPr id="19" name="Google Shape;100;p13" descr="SSE-Computer Science and Engineering">
            <a:extLst>
              <a:ext uri="{FF2B5EF4-FFF2-40B4-BE49-F238E27FC236}">
                <a16:creationId xmlns:a16="http://schemas.microsoft.com/office/drawing/2014/main" id="{4572549F-D4C5-7601-A3BD-C4F3F06206E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82948" y="164156"/>
            <a:ext cx="10949293" cy="12536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DC94A625-46A0-B363-7B89-A8F825005944}"/>
              </a:ext>
            </a:extLst>
          </p:cNvPr>
          <p:cNvSpPr/>
          <p:nvPr/>
        </p:nvSpPr>
        <p:spPr>
          <a:xfrm>
            <a:off x="2270155" y="3506040"/>
            <a:ext cx="71817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5FA8D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MLA0301- REINFORCEMENT LEARNING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C36CAA-4DF7-60F2-5E8B-16C9F780E755}"/>
              </a:ext>
            </a:extLst>
          </p:cNvPr>
          <p:cNvSpPr txBox="1"/>
          <p:nvPr/>
        </p:nvSpPr>
        <p:spPr>
          <a:xfrm>
            <a:off x="631466" y="4872432"/>
            <a:ext cx="327737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</a:t>
            </a:r>
            <a:r>
              <a:rPr lang="en-US" altLang="en-GB" sz="2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Guided By:</a:t>
            </a:r>
          </a:p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Dr. G. A. Senthil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808D55-1EC1-10EF-6DAB-5FA4B927B589}"/>
              </a:ext>
            </a:extLst>
          </p:cNvPr>
          <p:cNvSpPr txBox="1"/>
          <p:nvPr/>
        </p:nvSpPr>
        <p:spPr>
          <a:xfrm>
            <a:off x="8294026" y="4906420"/>
            <a:ext cx="327737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</a:t>
            </a:r>
            <a:r>
              <a:rPr lang="en-US" altLang="en-GB" sz="2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Presented By:</a:t>
            </a:r>
          </a:p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R. Rupa Sree </a:t>
            </a:r>
          </a:p>
          <a:p>
            <a:pPr algn="ctr"/>
            <a:r>
              <a:rPr lang="en-US" altLang="en-GB" sz="2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(192472122)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F72F4E3-4C84-E65A-1823-83CC58361EBC}"/>
              </a:ext>
            </a:extLst>
          </p:cNvPr>
          <p:cNvSpPr txBox="1"/>
          <p:nvPr/>
        </p:nvSpPr>
        <p:spPr>
          <a:xfrm>
            <a:off x="853313" y="1787112"/>
            <a:ext cx="7513939" cy="246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&amp; Temporal-Difference Learning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are model-free Reinforcement Learning methods.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learn from the agent's experience with the environment.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difference is when they update their knowledge.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C7C85-09FC-2E31-FF03-A3F78C0168D5}"/>
              </a:ext>
            </a:extLst>
          </p:cNvPr>
          <p:cNvSpPr txBox="1"/>
          <p:nvPr/>
        </p:nvSpPr>
        <p:spPr>
          <a:xfrm>
            <a:off x="8290687" y="1787112"/>
            <a:ext cx="6096000" cy="2777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approaches:</a:t>
            </a:r>
          </a:p>
          <a:p>
            <a:pPr>
              <a:lnSpc>
                <a:spcPct val="2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(MC)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Learns after the complete episode</a:t>
            </a:r>
          </a:p>
          <a:p>
            <a:pPr>
              <a:lnSpc>
                <a:spcPct val="2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Temporal-Difference (TD)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Learns during the episode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5EF76E-D00A-D4C4-AA80-70C8D0ED9D2F}"/>
              </a:ext>
            </a:extLst>
          </p:cNvPr>
          <p:cNvSpPr txBox="1"/>
          <p:nvPr/>
        </p:nvSpPr>
        <p:spPr>
          <a:xfrm>
            <a:off x="4159046" y="658761"/>
            <a:ext cx="3726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153100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F4665-EAC4-8832-1169-1A29F4F90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B3FB29A-A008-DFA8-ADE7-DC8ACB260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021" y="433893"/>
            <a:ext cx="7885471" cy="69049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anchor="ctr"/>
          <a:lstStyle/>
          <a:p>
            <a:pPr lvl="0" algn="ctr"/>
            <a:r>
              <a:rPr lang="en-IN" sz="32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Monte Carlo Prediction and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DD480-1674-4049-3C2E-35E6DD4E46D1}"/>
              </a:ext>
            </a:extLst>
          </p:cNvPr>
          <p:cNvSpPr txBox="1"/>
          <p:nvPr/>
        </p:nvSpPr>
        <p:spPr>
          <a:xfrm>
            <a:off x="1081549" y="1124385"/>
            <a:ext cx="9940412" cy="5547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Prediction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how good a state or action is.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Waits until the episode finishes.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total return from that episode to update the value. 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 Control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these value estimates to improve the policy.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Repeatedly explores, evaluates, and improves actions. 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game-playing agent: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Game → Play → Win/Lose → Calculate Total Reward → Learn</a:t>
            </a:r>
          </a:p>
        </p:txBody>
      </p:sp>
    </p:spTree>
    <p:extLst>
      <p:ext uri="{BB962C8B-B14F-4D97-AF65-F5344CB8AC3E}">
        <p14:creationId xmlns:p14="http://schemas.microsoft.com/office/powerpoint/2010/main" val="15270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FBD21-86C2-9AF6-334C-3C9F93D17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FB1A22CA-4F0B-55B0-E9D5-8A2F0F64B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859" y="506789"/>
            <a:ext cx="7885471" cy="69049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anchor="ctr"/>
          <a:lstStyle/>
          <a:p>
            <a:pPr lvl="0" algn="ctr"/>
            <a:r>
              <a:rPr lang="en-IN" sz="32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TD(0), SARSA &amp; Q-Learning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9AE2B-75E5-C913-D786-7CF5777722C2}"/>
              </a:ext>
            </a:extLst>
          </p:cNvPr>
          <p:cNvSpPr txBox="1"/>
          <p:nvPr/>
        </p:nvSpPr>
        <p:spPr>
          <a:xfrm>
            <a:off x="1732136" y="1357280"/>
            <a:ext cx="9285495" cy="499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TD(0)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the value after each step.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current reward and estimated value of the next state. 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SARSA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from the action that the agent actually takes.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 State → Action → Reward → Next State → Next Action 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the value of the best possible next action.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off-policy method. </a:t>
            </a:r>
          </a:p>
        </p:txBody>
      </p:sp>
    </p:spTree>
    <p:extLst>
      <p:ext uri="{BB962C8B-B14F-4D97-AF65-F5344CB8AC3E}">
        <p14:creationId xmlns:p14="http://schemas.microsoft.com/office/powerpoint/2010/main" val="556208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0311-30D0-2356-2B5E-C24C818A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C439F50E-8F58-148E-3F67-4572654AA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859" y="506789"/>
            <a:ext cx="7885471" cy="69049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anchor="ctr"/>
          <a:lstStyle/>
          <a:p>
            <a:pPr lvl="0" algn="ctr"/>
            <a:r>
              <a:rPr lang="en-IN" sz="32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Efficiency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CEF4B-3D26-5121-E2D6-D2F29DBE2AF3}"/>
              </a:ext>
            </a:extLst>
          </p:cNvPr>
          <p:cNvSpPr txBox="1"/>
          <p:nvPr/>
        </p:nvSpPr>
        <p:spPr>
          <a:xfrm>
            <a:off x="1756131" y="1329118"/>
            <a:ext cx="9812593" cy="56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6FEC60-6F0F-1462-8F54-488E4D598058}"/>
              </a:ext>
            </a:extLst>
          </p:cNvPr>
          <p:cNvSpPr txBox="1"/>
          <p:nvPr/>
        </p:nvSpPr>
        <p:spPr>
          <a:xfrm>
            <a:off x="1347019" y="1197281"/>
            <a:ext cx="9663361" cy="4563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Monte Carlo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Episode → Episode → Episode → Learn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wait until the episode ends.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 experiences cannot be fully updated using the final result until the episode finishes. 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TD Learning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→ Learn → Step → Learn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after each step.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learn before the episode ends. </a:t>
            </a:r>
          </a:p>
        </p:txBody>
      </p:sp>
    </p:spTree>
    <p:extLst>
      <p:ext uri="{BB962C8B-B14F-4D97-AF65-F5344CB8AC3E}">
        <p14:creationId xmlns:p14="http://schemas.microsoft.com/office/powerpoint/2010/main" val="795092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C87828AB-2675-62AB-F657-5CC561D54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94201F5-6537-4A0A-8CB8-60BD59C4BF21}" type="slidenum">
              <a:rPr lang="en-IN" smtClean="0"/>
              <a:t>6</a:t>
            </a:fld>
            <a:endParaRPr lang="en-IN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C31F217-0A31-73DD-1FD6-F871AD397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020" y="331572"/>
            <a:ext cx="7885471" cy="69049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r>
              <a:rPr lang="en-IN" sz="32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</a:t>
            </a:r>
            <a:endParaRPr lang="en-US" sz="32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268B9E-594E-595F-749B-43A487E04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250729"/>
              </p:ext>
            </p:extLst>
          </p:nvPr>
        </p:nvGraphicFramePr>
        <p:xfrm>
          <a:off x="1759975" y="2123828"/>
          <a:ext cx="8901848" cy="3879850"/>
        </p:xfrm>
        <a:graphic>
          <a:graphicData uri="http://schemas.openxmlformats.org/drawingml/2006/table">
            <a:tbl>
              <a:tblPr/>
              <a:tblGrid>
                <a:gridCol w="2225462">
                  <a:extLst>
                    <a:ext uri="{9D8B030D-6E8A-4147-A177-3AD203B41FA5}">
                      <a16:colId xmlns:a16="http://schemas.microsoft.com/office/drawing/2014/main" val="869476092"/>
                    </a:ext>
                  </a:extLst>
                </a:gridCol>
                <a:gridCol w="2225462">
                  <a:extLst>
                    <a:ext uri="{9D8B030D-6E8A-4147-A177-3AD203B41FA5}">
                      <a16:colId xmlns:a16="http://schemas.microsoft.com/office/drawing/2014/main" val="3241420816"/>
                    </a:ext>
                  </a:extLst>
                </a:gridCol>
                <a:gridCol w="2225462">
                  <a:extLst>
                    <a:ext uri="{9D8B030D-6E8A-4147-A177-3AD203B41FA5}">
                      <a16:colId xmlns:a16="http://schemas.microsoft.com/office/drawing/2014/main" val="1832699270"/>
                    </a:ext>
                  </a:extLst>
                </a:gridCol>
                <a:gridCol w="2225462">
                  <a:extLst>
                    <a:ext uri="{9D8B030D-6E8A-4147-A177-3AD203B41FA5}">
                      <a16:colId xmlns:a16="http://schemas.microsoft.com/office/drawing/2014/main" val="4235767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b="1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Feature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8705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Monte Carlo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of episode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complete return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0641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TD(0)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 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Learns incrementally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299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 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On-policy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Learns actual action taken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508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Q-Learning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 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Off-policy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Learns best next 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7267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3B6922E-C524-40D8-E203-E68DEF580B20}"/>
              </a:ext>
            </a:extLst>
          </p:cNvPr>
          <p:cNvSpPr txBox="1"/>
          <p:nvPr/>
        </p:nvSpPr>
        <p:spPr>
          <a:xfrm>
            <a:off x="1759975" y="138828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 vs TD Methods</a:t>
            </a:r>
          </a:p>
        </p:txBody>
      </p:sp>
    </p:spTree>
    <p:extLst>
      <p:ext uri="{BB962C8B-B14F-4D97-AF65-F5344CB8AC3E}">
        <p14:creationId xmlns:p14="http://schemas.microsoft.com/office/powerpoint/2010/main" val="1869551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BFD20E6-5080-5FF2-28BF-99075B44B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164" y="1222310"/>
            <a:ext cx="7452551" cy="402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234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337</Words>
  <Application>Microsoft Office PowerPoint</Application>
  <PresentationFormat>Widescreen</PresentationFormat>
  <Paragraphs>69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samanvii M</dc:creator>
  <cp:lastModifiedBy>RupaSree Raavi</cp:lastModifiedBy>
  <cp:revision>1</cp:revision>
  <dcterms:created xsi:type="dcterms:W3CDTF">2026-08-17T05:37:06Z</dcterms:created>
  <dcterms:modified xsi:type="dcterms:W3CDTF">2026-08-18T04:35:49Z</dcterms:modified>
</cp:coreProperties>
</file>